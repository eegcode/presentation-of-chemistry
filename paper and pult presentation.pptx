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1"/>
  </p:notesMasterIdLst>
  <p:sldIdLst>
    <p:sldId id="256" r:id="rId2"/>
    <p:sldId id="259" r:id="rId3"/>
    <p:sldId id="260" r:id="rId4"/>
    <p:sldId id="261" r:id="rId5"/>
    <p:sldId id="292" r:id="rId6"/>
    <p:sldId id="293" r:id="rId7"/>
    <p:sldId id="294" r:id="rId8"/>
    <p:sldId id="295" r:id="rId9"/>
    <p:sldId id="296" r:id="rId10"/>
  </p:sldIdLst>
  <p:sldSz cx="9144000" cy="5143500" type="screen16x9"/>
  <p:notesSz cx="6858000" cy="9144000"/>
  <p:embeddedFontLst>
    <p:embeddedFont>
      <p:font typeface="Dela Gothic One" panose="020B0604020202020204" charset="-128"/>
      <p:regular r:id="rId12"/>
    </p:embeddedFont>
    <p:embeddedFont>
      <p:font typeface="Open Sans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0FE80D8-9303-4959-AFE0-FFBEC8D499E7}">
  <a:tblStyle styleId="{E0FE80D8-9303-4959-AFE0-FFBEC8D499E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5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10c4f3805d9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10c4f3805d9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10c4f3805d9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10c4f3805d9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10f505f07d8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10f505f07d8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10c4f3805d9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10c4f3805d9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88142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10f505f07d8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10f505f07d8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95148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10c4f3805d9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10c4f3805d9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87628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10f505f07d8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10f505f07d8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77750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10f505f07d8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10f505f07d8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5982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547525" y="1175325"/>
            <a:ext cx="6048900" cy="20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378400" y="3639375"/>
            <a:ext cx="23916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2"/>
          </p:nvPr>
        </p:nvSpPr>
        <p:spPr>
          <a:xfrm rot="-5400000">
            <a:off x="-285475" y="745500"/>
            <a:ext cx="1290000" cy="256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3"/>
          </p:nvPr>
        </p:nvSpPr>
        <p:spPr>
          <a:xfrm rot="-5400000">
            <a:off x="7920146" y="3886200"/>
            <a:ext cx="1728300" cy="3291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9pPr>
          </a:lstStyle>
          <a:p>
            <a:endParaRPr/>
          </a:p>
        </p:txBody>
      </p:sp>
      <p:cxnSp>
        <p:nvCxnSpPr>
          <p:cNvPr id="13" name="Google Shape;13;p2"/>
          <p:cNvCxnSpPr/>
          <p:nvPr/>
        </p:nvCxnSpPr>
        <p:spPr>
          <a:xfrm>
            <a:off x="713992" y="-23700"/>
            <a:ext cx="0" cy="5190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>
            <a:off x="8430017" y="-23700"/>
            <a:ext cx="0" cy="5190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2285850" y="2224061"/>
            <a:ext cx="4572300" cy="120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4092100" y="1196639"/>
            <a:ext cx="959700" cy="52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3304000" y="3769111"/>
            <a:ext cx="25359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3"/>
          </p:nvPr>
        </p:nvSpPr>
        <p:spPr>
          <a:xfrm rot="-5400000">
            <a:off x="-285475" y="745500"/>
            <a:ext cx="1290000" cy="256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4"/>
          </p:nvPr>
        </p:nvSpPr>
        <p:spPr>
          <a:xfrm rot="-5400000">
            <a:off x="7920146" y="3886200"/>
            <a:ext cx="1728300" cy="3291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9pPr>
          </a:lstStyle>
          <a:p>
            <a:endParaRPr/>
          </a:p>
        </p:txBody>
      </p:sp>
      <p:cxnSp>
        <p:nvCxnSpPr>
          <p:cNvPr id="21" name="Google Shape;21;p3"/>
          <p:cNvCxnSpPr/>
          <p:nvPr/>
        </p:nvCxnSpPr>
        <p:spPr>
          <a:xfrm>
            <a:off x="713992" y="-23700"/>
            <a:ext cx="0" cy="5190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22;p3"/>
          <p:cNvCxnSpPr/>
          <p:nvPr/>
        </p:nvCxnSpPr>
        <p:spPr>
          <a:xfrm>
            <a:off x="8430017" y="-23700"/>
            <a:ext cx="0" cy="5190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"/>
          <p:cNvSpPr txBox="1">
            <a:spLocks noGrp="1"/>
          </p:cNvSpPr>
          <p:nvPr>
            <p:ph type="subTitle" idx="1"/>
          </p:nvPr>
        </p:nvSpPr>
        <p:spPr>
          <a:xfrm rot="-5400000">
            <a:off x="-285475" y="745500"/>
            <a:ext cx="1290000" cy="256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subTitle" idx="2"/>
          </p:nvPr>
        </p:nvSpPr>
        <p:spPr>
          <a:xfrm rot="-5400000">
            <a:off x="7920146" y="3886200"/>
            <a:ext cx="1728300" cy="3291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title"/>
          </p:nvPr>
        </p:nvSpPr>
        <p:spPr>
          <a:xfrm>
            <a:off x="826625" y="1572123"/>
            <a:ext cx="3629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subTitle" idx="3"/>
          </p:nvPr>
        </p:nvSpPr>
        <p:spPr>
          <a:xfrm>
            <a:off x="826625" y="2219798"/>
            <a:ext cx="3161700" cy="14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83" name="Google Shape;83;p9"/>
          <p:cNvCxnSpPr/>
          <p:nvPr/>
        </p:nvCxnSpPr>
        <p:spPr>
          <a:xfrm>
            <a:off x="713992" y="-23700"/>
            <a:ext cx="0" cy="5190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" name="Google Shape;84;p9"/>
          <p:cNvCxnSpPr/>
          <p:nvPr/>
        </p:nvCxnSpPr>
        <p:spPr>
          <a:xfrm>
            <a:off x="8430017" y="-23700"/>
            <a:ext cx="0" cy="5190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"/>
          <p:cNvSpPr txBox="1">
            <a:spLocks noGrp="1"/>
          </p:cNvSpPr>
          <p:nvPr>
            <p:ph type="title"/>
          </p:nvPr>
        </p:nvSpPr>
        <p:spPr>
          <a:xfrm>
            <a:off x="825898" y="539400"/>
            <a:ext cx="750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title" idx="2"/>
          </p:nvPr>
        </p:nvSpPr>
        <p:spPr>
          <a:xfrm>
            <a:off x="1778030" y="1650931"/>
            <a:ext cx="2196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title" idx="3" hasCustomPrompt="1"/>
          </p:nvPr>
        </p:nvSpPr>
        <p:spPr>
          <a:xfrm>
            <a:off x="1110380" y="1453614"/>
            <a:ext cx="755700" cy="48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1"/>
          </p:nvPr>
        </p:nvSpPr>
        <p:spPr>
          <a:xfrm>
            <a:off x="1778030" y="2251090"/>
            <a:ext cx="2196900" cy="48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title" idx="4"/>
          </p:nvPr>
        </p:nvSpPr>
        <p:spPr>
          <a:xfrm>
            <a:off x="1778030" y="3443976"/>
            <a:ext cx="2196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idx="5" hasCustomPrompt="1"/>
          </p:nvPr>
        </p:nvSpPr>
        <p:spPr>
          <a:xfrm>
            <a:off x="1110380" y="3230285"/>
            <a:ext cx="755700" cy="48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6"/>
          </p:nvPr>
        </p:nvSpPr>
        <p:spPr>
          <a:xfrm>
            <a:off x="1778030" y="4044134"/>
            <a:ext cx="2196900" cy="48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 idx="7"/>
          </p:nvPr>
        </p:nvSpPr>
        <p:spPr>
          <a:xfrm>
            <a:off x="5544007" y="1650931"/>
            <a:ext cx="2196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8" hasCustomPrompt="1"/>
          </p:nvPr>
        </p:nvSpPr>
        <p:spPr>
          <a:xfrm>
            <a:off x="4876357" y="1453614"/>
            <a:ext cx="755700" cy="48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9"/>
          </p:nvPr>
        </p:nvSpPr>
        <p:spPr>
          <a:xfrm>
            <a:off x="5544007" y="2251090"/>
            <a:ext cx="2196900" cy="48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title" idx="13"/>
          </p:nvPr>
        </p:nvSpPr>
        <p:spPr>
          <a:xfrm>
            <a:off x="5544007" y="3443976"/>
            <a:ext cx="2196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14" hasCustomPrompt="1"/>
          </p:nvPr>
        </p:nvSpPr>
        <p:spPr>
          <a:xfrm>
            <a:off x="4876357" y="3230285"/>
            <a:ext cx="755700" cy="48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15"/>
          </p:nvPr>
        </p:nvSpPr>
        <p:spPr>
          <a:xfrm>
            <a:off x="5544007" y="4044134"/>
            <a:ext cx="2196900" cy="48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16"/>
          </p:nvPr>
        </p:nvSpPr>
        <p:spPr>
          <a:xfrm rot="-5400000">
            <a:off x="-285475" y="745500"/>
            <a:ext cx="1290000" cy="256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17"/>
          </p:nvPr>
        </p:nvSpPr>
        <p:spPr>
          <a:xfrm rot="-5400000">
            <a:off x="7920146" y="3886200"/>
            <a:ext cx="1728300" cy="3291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9pPr>
          </a:lstStyle>
          <a:p>
            <a:endParaRPr/>
          </a:p>
        </p:txBody>
      </p:sp>
      <p:cxnSp>
        <p:nvCxnSpPr>
          <p:cNvPr id="115" name="Google Shape;115;p13"/>
          <p:cNvCxnSpPr/>
          <p:nvPr/>
        </p:nvCxnSpPr>
        <p:spPr>
          <a:xfrm>
            <a:off x="713992" y="-23700"/>
            <a:ext cx="0" cy="5190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" name="Google Shape;116;p13"/>
          <p:cNvCxnSpPr/>
          <p:nvPr/>
        </p:nvCxnSpPr>
        <p:spPr>
          <a:xfrm>
            <a:off x="8430017" y="-23700"/>
            <a:ext cx="0" cy="5190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7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3"/>
          <p:cNvSpPr txBox="1">
            <a:spLocks noGrp="1"/>
          </p:cNvSpPr>
          <p:nvPr>
            <p:ph type="subTitle" idx="1"/>
          </p:nvPr>
        </p:nvSpPr>
        <p:spPr>
          <a:xfrm rot="-5400000">
            <a:off x="-285475" y="745500"/>
            <a:ext cx="1290000" cy="256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9pPr>
          </a:lstStyle>
          <a:p>
            <a:endParaRPr/>
          </a:p>
        </p:txBody>
      </p:sp>
      <p:sp>
        <p:nvSpPr>
          <p:cNvPr id="324" name="Google Shape;324;p33"/>
          <p:cNvSpPr txBox="1">
            <a:spLocks noGrp="1"/>
          </p:cNvSpPr>
          <p:nvPr>
            <p:ph type="subTitle" idx="2"/>
          </p:nvPr>
        </p:nvSpPr>
        <p:spPr>
          <a:xfrm rot="-5400000">
            <a:off x="7920146" y="3886200"/>
            <a:ext cx="1728300" cy="3291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9pPr>
          </a:lstStyle>
          <a:p>
            <a:endParaRPr/>
          </a:p>
        </p:txBody>
      </p:sp>
      <p:cxnSp>
        <p:nvCxnSpPr>
          <p:cNvPr id="325" name="Google Shape;325;p33"/>
          <p:cNvCxnSpPr/>
          <p:nvPr/>
        </p:nvCxnSpPr>
        <p:spPr>
          <a:xfrm>
            <a:off x="713992" y="-23700"/>
            <a:ext cx="0" cy="5190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6" name="Google Shape;326;p33"/>
          <p:cNvCxnSpPr/>
          <p:nvPr/>
        </p:nvCxnSpPr>
        <p:spPr>
          <a:xfrm>
            <a:off x="8430017" y="-23700"/>
            <a:ext cx="0" cy="5190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6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4"/>
          <p:cNvSpPr txBox="1">
            <a:spLocks noGrp="1"/>
          </p:cNvSpPr>
          <p:nvPr>
            <p:ph type="subTitle" idx="1"/>
          </p:nvPr>
        </p:nvSpPr>
        <p:spPr>
          <a:xfrm rot="-5400000">
            <a:off x="-285475" y="745500"/>
            <a:ext cx="1290000" cy="256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9pPr>
          </a:lstStyle>
          <a:p>
            <a:endParaRPr/>
          </a:p>
        </p:txBody>
      </p:sp>
      <p:sp>
        <p:nvSpPr>
          <p:cNvPr id="329" name="Google Shape;329;p34"/>
          <p:cNvSpPr txBox="1">
            <a:spLocks noGrp="1"/>
          </p:cNvSpPr>
          <p:nvPr>
            <p:ph type="subTitle" idx="2"/>
          </p:nvPr>
        </p:nvSpPr>
        <p:spPr>
          <a:xfrm rot="-5400000">
            <a:off x="7920146" y="3886200"/>
            <a:ext cx="1728300" cy="3291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ela Gothic One"/>
              <a:buNone/>
              <a:defRPr sz="1000">
                <a:latin typeface="Dela Gothic One"/>
                <a:ea typeface="Dela Gothic One"/>
                <a:cs typeface="Dela Gothic One"/>
                <a:sym typeface="Dela Gothic One"/>
              </a:defRPr>
            </a:lvl9pPr>
          </a:lstStyle>
          <a:p>
            <a:endParaRPr/>
          </a:p>
        </p:txBody>
      </p:sp>
      <p:cxnSp>
        <p:nvCxnSpPr>
          <p:cNvPr id="330" name="Google Shape;330;p34"/>
          <p:cNvCxnSpPr/>
          <p:nvPr/>
        </p:nvCxnSpPr>
        <p:spPr>
          <a:xfrm>
            <a:off x="713992" y="-23700"/>
            <a:ext cx="0" cy="5190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1" name="Google Shape;331;p34"/>
          <p:cNvCxnSpPr/>
          <p:nvPr/>
        </p:nvCxnSpPr>
        <p:spPr>
          <a:xfrm>
            <a:off x="8430017" y="-23700"/>
            <a:ext cx="0" cy="5190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25898" y="539400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ela Gothic One"/>
              <a:buNone/>
              <a:defRPr sz="26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ela Gothic One"/>
              <a:buNone/>
              <a:defRPr sz="26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ela Gothic One"/>
              <a:buNone/>
              <a:defRPr sz="26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ela Gothic One"/>
              <a:buNone/>
              <a:defRPr sz="26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ela Gothic One"/>
              <a:buNone/>
              <a:defRPr sz="26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ela Gothic One"/>
              <a:buNone/>
              <a:defRPr sz="26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ela Gothic One"/>
              <a:buNone/>
              <a:defRPr sz="26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ela Gothic One"/>
              <a:buNone/>
              <a:defRPr sz="26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ela Gothic One"/>
              <a:buNone/>
              <a:defRPr sz="26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25900" y="1187700"/>
            <a:ext cx="750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5" r:id="rId3"/>
    <p:sldLayoutId id="2147483658" r:id="rId4"/>
    <p:sldLayoutId id="2147483659" r:id="rId5"/>
    <p:sldLayoutId id="2147483679" r:id="rId6"/>
    <p:sldLayoutId id="2147483680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8"/>
          <p:cNvSpPr/>
          <p:nvPr/>
        </p:nvSpPr>
        <p:spPr>
          <a:xfrm>
            <a:off x="3330125" y="3521625"/>
            <a:ext cx="2487900" cy="623100"/>
          </a:xfrm>
          <a:prstGeom prst="round2DiagRect">
            <a:avLst>
              <a:gd name="adj1" fmla="val 44122"/>
              <a:gd name="adj2" fmla="val 0"/>
            </a:avLst>
          </a:prstGeom>
          <a:gradFill>
            <a:gsLst>
              <a:gs pos="0">
                <a:schemeClr val="accent1"/>
              </a:gs>
              <a:gs pos="80000">
                <a:schemeClr val="accent3"/>
              </a:gs>
              <a:gs pos="100000">
                <a:schemeClr val="accent2"/>
              </a:gs>
            </a:gsLst>
            <a:lin ang="2698631" scaled="0"/>
          </a:gra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38"/>
          <p:cNvSpPr txBox="1">
            <a:spLocks noGrp="1"/>
          </p:cNvSpPr>
          <p:nvPr>
            <p:ph type="ctrTitle"/>
          </p:nvPr>
        </p:nvSpPr>
        <p:spPr>
          <a:xfrm>
            <a:off x="1594592" y="1899375"/>
            <a:ext cx="6297305" cy="22258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PAPER AND PULP</a:t>
            </a:r>
            <a:endParaRPr dirty="0"/>
          </a:p>
        </p:txBody>
      </p:sp>
      <p:sp>
        <p:nvSpPr>
          <p:cNvPr id="344" name="Google Shape;344;p38"/>
          <p:cNvSpPr txBox="1">
            <a:spLocks noGrp="1"/>
          </p:cNvSpPr>
          <p:nvPr>
            <p:ph type="subTitle" idx="1"/>
          </p:nvPr>
        </p:nvSpPr>
        <p:spPr>
          <a:xfrm>
            <a:off x="3378400" y="3639375"/>
            <a:ext cx="23916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Here is where our presentation begins</a:t>
            </a:r>
            <a:endParaRPr dirty="0"/>
          </a:p>
        </p:txBody>
      </p:sp>
      <p:grpSp>
        <p:nvGrpSpPr>
          <p:cNvPr id="345" name="Google Shape;345;p38"/>
          <p:cNvGrpSpPr/>
          <p:nvPr/>
        </p:nvGrpSpPr>
        <p:grpSpPr>
          <a:xfrm>
            <a:off x="1338692" y="539400"/>
            <a:ext cx="511800" cy="179077"/>
            <a:chOff x="1338692" y="539400"/>
            <a:chExt cx="511800" cy="179077"/>
          </a:xfrm>
        </p:grpSpPr>
        <p:sp>
          <p:nvSpPr>
            <p:cNvPr id="346" name="Google Shape;346;p38"/>
            <p:cNvSpPr/>
            <p:nvPr/>
          </p:nvSpPr>
          <p:spPr>
            <a:xfrm>
              <a:off x="1338692" y="539400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8"/>
            <p:cNvSpPr/>
            <p:nvPr/>
          </p:nvSpPr>
          <p:spPr>
            <a:xfrm>
              <a:off x="1338692" y="593977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8" name="Google Shape;348;p38"/>
          <p:cNvGrpSpPr/>
          <p:nvPr/>
        </p:nvGrpSpPr>
        <p:grpSpPr>
          <a:xfrm>
            <a:off x="7559300" y="1648500"/>
            <a:ext cx="334500" cy="334500"/>
            <a:chOff x="2542175" y="321800"/>
            <a:chExt cx="334500" cy="334500"/>
          </a:xfrm>
        </p:grpSpPr>
        <p:cxnSp>
          <p:nvCxnSpPr>
            <p:cNvPr id="349" name="Google Shape;349;p38"/>
            <p:cNvCxnSpPr/>
            <p:nvPr/>
          </p:nvCxnSpPr>
          <p:spPr>
            <a:xfrm>
              <a:off x="2542175" y="489050"/>
              <a:ext cx="334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0" name="Google Shape;350;p38"/>
            <p:cNvCxnSpPr/>
            <p:nvPr/>
          </p:nvCxnSpPr>
          <p:spPr>
            <a:xfrm rot="-5400000">
              <a:off x="2542175" y="489050"/>
              <a:ext cx="334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1" name="Google Shape;351;p38"/>
            <p:cNvCxnSpPr/>
            <p:nvPr/>
          </p:nvCxnSpPr>
          <p:spPr>
            <a:xfrm rot="-901247">
              <a:off x="2542159" y="488987"/>
              <a:ext cx="33453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2" name="Google Shape;352;p38"/>
            <p:cNvCxnSpPr/>
            <p:nvPr/>
          </p:nvCxnSpPr>
          <p:spPr>
            <a:xfrm rot="-6301247">
              <a:off x="2542097" y="489051"/>
              <a:ext cx="33453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3" name="Google Shape;353;p38"/>
            <p:cNvCxnSpPr/>
            <p:nvPr/>
          </p:nvCxnSpPr>
          <p:spPr>
            <a:xfrm rot="-1800746">
              <a:off x="2542145" y="488975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4" name="Google Shape;354;p38"/>
            <p:cNvCxnSpPr/>
            <p:nvPr/>
          </p:nvCxnSpPr>
          <p:spPr>
            <a:xfrm rot="-7200746">
              <a:off x="2542013" y="488993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5" name="Google Shape;355;p38"/>
            <p:cNvCxnSpPr/>
            <p:nvPr/>
          </p:nvCxnSpPr>
          <p:spPr>
            <a:xfrm rot="-2700000">
              <a:off x="2542156" y="488976"/>
              <a:ext cx="33474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6" name="Google Shape;356;p38"/>
            <p:cNvCxnSpPr/>
            <p:nvPr/>
          </p:nvCxnSpPr>
          <p:spPr>
            <a:xfrm rot="-8100000">
              <a:off x="2541983" y="488976"/>
              <a:ext cx="33474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7" name="Google Shape;357;p38"/>
            <p:cNvCxnSpPr/>
            <p:nvPr/>
          </p:nvCxnSpPr>
          <p:spPr>
            <a:xfrm rot="-3599254">
              <a:off x="2542202" y="489002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8" name="Google Shape;358;p38"/>
            <p:cNvCxnSpPr/>
            <p:nvPr/>
          </p:nvCxnSpPr>
          <p:spPr>
            <a:xfrm rot="-8999254">
              <a:off x="2542069" y="488985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9" name="Google Shape;359;p38"/>
            <p:cNvCxnSpPr/>
            <p:nvPr/>
          </p:nvCxnSpPr>
          <p:spPr>
            <a:xfrm rot="-4499551">
              <a:off x="2542129" y="488894"/>
              <a:ext cx="33482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0" name="Google Shape;360;p38"/>
            <p:cNvCxnSpPr/>
            <p:nvPr/>
          </p:nvCxnSpPr>
          <p:spPr>
            <a:xfrm rot="-9899551">
              <a:off x="2541918" y="488980"/>
              <a:ext cx="33482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61" name="Google Shape;361;p38"/>
          <p:cNvGrpSpPr/>
          <p:nvPr/>
        </p:nvGrpSpPr>
        <p:grpSpPr>
          <a:xfrm>
            <a:off x="2144726" y="4144716"/>
            <a:ext cx="505200" cy="363600"/>
            <a:chOff x="2055551" y="474366"/>
            <a:chExt cx="505200" cy="363600"/>
          </a:xfrm>
        </p:grpSpPr>
        <p:sp>
          <p:nvSpPr>
            <p:cNvPr id="362" name="Google Shape;362;p38"/>
            <p:cNvSpPr/>
            <p:nvPr/>
          </p:nvSpPr>
          <p:spPr>
            <a:xfrm rot="1800443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8"/>
            <p:cNvSpPr/>
            <p:nvPr/>
          </p:nvSpPr>
          <p:spPr>
            <a:xfrm rot="-1800443" flipH="1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4" name="Google Shape;364;p38"/>
          <p:cNvGrpSpPr/>
          <p:nvPr/>
        </p:nvGrpSpPr>
        <p:grpSpPr>
          <a:xfrm>
            <a:off x="6813250" y="4024275"/>
            <a:ext cx="220200" cy="294000"/>
            <a:chOff x="4635450" y="437025"/>
            <a:chExt cx="220200" cy="294000"/>
          </a:xfrm>
        </p:grpSpPr>
        <p:cxnSp>
          <p:nvCxnSpPr>
            <p:cNvPr id="365" name="Google Shape;365;p38"/>
            <p:cNvCxnSpPr/>
            <p:nvPr/>
          </p:nvCxnSpPr>
          <p:spPr>
            <a:xfrm flipH="1">
              <a:off x="4635450" y="437025"/>
              <a:ext cx="144000" cy="294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6" name="Google Shape;366;p38"/>
            <p:cNvCxnSpPr/>
            <p:nvPr/>
          </p:nvCxnSpPr>
          <p:spPr>
            <a:xfrm flipH="1">
              <a:off x="4711650" y="437025"/>
              <a:ext cx="144000" cy="294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68" name="Google Shape;368;p38"/>
          <p:cNvSpPr txBox="1">
            <a:spLocks noGrp="1"/>
          </p:cNvSpPr>
          <p:nvPr>
            <p:ph type="subTitle" idx="2"/>
          </p:nvPr>
        </p:nvSpPr>
        <p:spPr>
          <a:xfrm rot="-5400000">
            <a:off x="-285475" y="745500"/>
            <a:ext cx="1290000" cy="256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-2022</a:t>
            </a:r>
            <a:endParaRPr/>
          </a:p>
        </p:txBody>
      </p:sp>
      <p:sp>
        <p:nvSpPr>
          <p:cNvPr id="369" name="Google Shape;369;p38"/>
          <p:cNvSpPr txBox="1">
            <a:spLocks noGrp="1"/>
          </p:cNvSpPr>
          <p:nvPr>
            <p:ph type="subTitle" idx="3"/>
          </p:nvPr>
        </p:nvSpPr>
        <p:spPr>
          <a:xfrm rot="-5400000">
            <a:off x="7464982" y="3431036"/>
            <a:ext cx="2638628" cy="3291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Chemistry in service of mankind</a:t>
            </a:r>
            <a:endParaRPr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1"/>
          <p:cNvSpPr/>
          <p:nvPr/>
        </p:nvSpPr>
        <p:spPr>
          <a:xfrm>
            <a:off x="5198107" y="1572425"/>
            <a:ext cx="2888700" cy="1260600"/>
          </a:xfrm>
          <a:prstGeom prst="round2DiagRect">
            <a:avLst>
              <a:gd name="adj1" fmla="val 38957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41"/>
          <p:cNvSpPr/>
          <p:nvPr/>
        </p:nvSpPr>
        <p:spPr>
          <a:xfrm>
            <a:off x="4823407" y="1265664"/>
            <a:ext cx="861600" cy="861600"/>
          </a:xfrm>
          <a:prstGeom prst="ellipse">
            <a:avLst/>
          </a:prstGeom>
          <a:gradFill>
            <a:gsLst>
              <a:gs pos="0">
                <a:schemeClr val="accent1"/>
              </a:gs>
              <a:gs pos="47000">
                <a:schemeClr val="accent3"/>
              </a:gs>
              <a:gs pos="100000">
                <a:schemeClr val="accent2"/>
              </a:gs>
            </a:gsLst>
            <a:lin ang="2700006" scaled="0"/>
          </a:gra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41"/>
          <p:cNvSpPr/>
          <p:nvPr/>
        </p:nvSpPr>
        <p:spPr>
          <a:xfrm>
            <a:off x="1432130" y="1572425"/>
            <a:ext cx="2888700" cy="1260600"/>
          </a:xfrm>
          <a:prstGeom prst="round2DiagRect">
            <a:avLst>
              <a:gd name="adj1" fmla="val 38957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41"/>
          <p:cNvSpPr/>
          <p:nvPr/>
        </p:nvSpPr>
        <p:spPr>
          <a:xfrm>
            <a:off x="1432130" y="3349095"/>
            <a:ext cx="2888700" cy="1260600"/>
          </a:xfrm>
          <a:prstGeom prst="round2DiagRect">
            <a:avLst>
              <a:gd name="adj1" fmla="val 38957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41"/>
          <p:cNvSpPr/>
          <p:nvPr/>
        </p:nvSpPr>
        <p:spPr>
          <a:xfrm>
            <a:off x="1057430" y="3042335"/>
            <a:ext cx="861600" cy="861600"/>
          </a:xfrm>
          <a:prstGeom prst="ellipse">
            <a:avLst/>
          </a:prstGeom>
          <a:gradFill>
            <a:gsLst>
              <a:gs pos="0">
                <a:schemeClr val="accent1"/>
              </a:gs>
              <a:gs pos="47000">
                <a:schemeClr val="accent3"/>
              </a:gs>
              <a:gs pos="100000">
                <a:schemeClr val="accent2"/>
              </a:gs>
            </a:gsLst>
            <a:lin ang="2700006" scaled="0"/>
          </a:gra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41"/>
          <p:cNvSpPr/>
          <p:nvPr/>
        </p:nvSpPr>
        <p:spPr>
          <a:xfrm>
            <a:off x="1057430" y="1265664"/>
            <a:ext cx="861600" cy="861600"/>
          </a:xfrm>
          <a:prstGeom prst="ellipse">
            <a:avLst/>
          </a:prstGeom>
          <a:gradFill>
            <a:gsLst>
              <a:gs pos="0">
                <a:schemeClr val="accent1"/>
              </a:gs>
              <a:gs pos="47000">
                <a:schemeClr val="accent3"/>
              </a:gs>
              <a:gs pos="100000">
                <a:schemeClr val="accent2"/>
              </a:gs>
            </a:gsLst>
            <a:lin ang="2700006" scaled="0"/>
          </a:gra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41"/>
          <p:cNvSpPr txBox="1">
            <a:spLocks noGrp="1"/>
          </p:cNvSpPr>
          <p:nvPr>
            <p:ph type="title"/>
          </p:nvPr>
        </p:nvSpPr>
        <p:spPr>
          <a:xfrm>
            <a:off x="825898" y="539400"/>
            <a:ext cx="750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432" name="Google Shape;432;p41"/>
          <p:cNvSpPr txBox="1">
            <a:spLocks noGrp="1"/>
          </p:cNvSpPr>
          <p:nvPr>
            <p:ph type="title" idx="2"/>
          </p:nvPr>
        </p:nvSpPr>
        <p:spPr>
          <a:xfrm>
            <a:off x="1778030" y="1650931"/>
            <a:ext cx="2196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Introduction</a:t>
            </a:r>
            <a:endParaRPr dirty="0"/>
          </a:p>
        </p:txBody>
      </p:sp>
      <p:sp>
        <p:nvSpPr>
          <p:cNvPr id="433" name="Google Shape;433;p41"/>
          <p:cNvSpPr txBox="1">
            <a:spLocks noGrp="1"/>
          </p:cNvSpPr>
          <p:nvPr>
            <p:ph type="title" idx="3"/>
          </p:nvPr>
        </p:nvSpPr>
        <p:spPr>
          <a:xfrm>
            <a:off x="1110380" y="1453614"/>
            <a:ext cx="755700" cy="48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434" name="Google Shape;434;p41"/>
          <p:cNvSpPr txBox="1">
            <a:spLocks noGrp="1"/>
          </p:cNvSpPr>
          <p:nvPr>
            <p:ph type="subTitle" idx="1"/>
          </p:nvPr>
        </p:nvSpPr>
        <p:spPr>
          <a:xfrm>
            <a:off x="1778030" y="2251090"/>
            <a:ext cx="2196900" cy="48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435" name="Google Shape;435;p41"/>
          <p:cNvSpPr txBox="1">
            <a:spLocks noGrp="1"/>
          </p:cNvSpPr>
          <p:nvPr>
            <p:ph type="title" idx="7"/>
          </p:nvPr>
        </p:nvSpPr>
        <p:spPr>
          <a:xfrm>
            <a:off x="5544007" y="1650931"/>
            <a:ext cx="2196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Sources</a:t>
            </a:r>
            <a:endParaRPr sz="1800" dirty="0"/>
          </a:p>
        </p:txBody>
      </p:sp>
      <p:sp>
        <p:nvSpPr>
          <p:cNvPr id="436" name="Google Shape;436;p41"/>
          <p:cNvSpPr txBox="1">
            <a:spLocks noGrp="1"/>
          </p:cNvSpPr>
          <p:nvPr>
            <p:ph type="title" idx="8"/>
          </p:nvPr>
        </p:nvSpPr>
        <p:spPr>
          <a:xfrm>
            <a:off x="4876357" y="1453614"/>
            <a:ext cx="755700" cy="48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37" name="Google Shape;437;p41"/>
          <p:cNvSpPr txBox="1">
            <a:spLocks noGrp="1"/>
          </p:cNvSpPr>
          <p:nvPr>
            <p:ph type="title" idx="4"/>
          </p:nvPr>
        </p:nvSpPr>
        <p:spPr>
          <a:xfrm>
            <a:off x="1888668" y="3461746"/>
            <a:ext cx="2196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Raw materials</a:t>
            </a:r>
            <a:endParaRPr sz="1800" dirty="0"/>
          </a:p>
        </p:txBody>
      </p:sp>
      <p:sp>
        <p:nvSpPr>
          <p:cNvPr id="438" name="Google Shape;438;p41"/>
          <p:cNvSpPr txBox="1">
            <a:spLocks noGrp="1"/>
          </p:cNvSpPr>
          <p:nvPr>
            <p:ph type="title" idx="5"/>
          </p:nvPr>
        </p:nvSpPr>
        <p:spPr>
          <a:xfrm>
            <a:off x="1110380" y="3230285"/>
            <a:ext cx="755700" cy="48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439" name="Google Shape;439;p41"/>
          <p:cNvSpPr txBox="1">
            <a:spLocks noGrp="1"/>
          </p:cNvSpPr>
          <p:nvPr>
            <p:ph type="subTitle" idx="6"/>
          </p:nvPr>
        </p:nvSpPr>
        <p:spPr>
          <a:xfrm>
            <a:off x="1778030" y="4044134"/>
            <a:ext cx="2196900" cy="48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441" name="Google Shape;441;p41"/>
          <p:cNvSpPr txBox="1">
            <a:spLocks noGrp="1"/>
          </p:cNvSpPr>
          <p:nvPr>
            <p:ph type="subTitle" idx="9"/>
          </p:nvPr>
        </p:nvSpPr>
        <p:spPr>
          <a:xfrm>
            <a:off x="5544007" y="2251090"/>
            <a:ext cx="2196900" cy="48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444" name="Google Shape;444;p41"/>
          <p:cNvSpPr txBox="1">
            <a:spLocks noGrp="1"/>
          </p:cNvSpPr>
          <p:nvPr>
            <p:ph type="subTitle" idx="16"/>
          </p:nvPr>
        </p:nvSpPr>
        <p:spPr>
          <a:xfrm rot="-5400000">
            <a:off x="-285475" y="745500"/>
            <a:ext cx="1290000" cy="256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-2022</a:t>
            </a:r>
            <a:endParaRPr/>
          </a:p>
        </p:txBody>
      </p:sp>
      <p:sp>
        <p:nvSpPr>
          <p:cNvPr id="445" name="Google Shape;445;p41"/>
          <p:cNvSpPr txBox="1">
            <a:spLocks noGrp="1"/>
          </p:cNvSpPr>
          <p:nvPr>
            <p:ph type="subTitle" idx="17"/>
          </p:nvPr>
        </p:nvSpPr>
        <p:spPr>
          <a:xfrm rot="-5400000">
            <a:off x="7920146" y="3886200"/>
            <a:ext cx="1728300" cy="3291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Chemistry</a:t>
            </a:r>
            <a:endParaRPr dirty="0"/>
          </a:p>
        </p:txBody>
      </p:sp>
      <p:grpSp>
        <p:nvGrpSpPr>
          <p:cNvPr id="446" name="Google Shape;446;p41"/>
          <p:cNvGrpSpPr/>
          <p:nvPr/>
        </p:nvGrpSpPr>
        <p:grpSpPr>
          <a:xfrm>
            <a:off x="4488900" y="4436850"/>
            <a:ext cx="334500" cy="334500"/>
            <a:chOff x="2542175" y="321800"/>
            <a:chExt cx="334500" cy="334500"/>
          </a:xfrm>
        </p:grpSpPr>
        <p:cxnSp>
          <p:nvCxnSpPr>
            <p:cNvPr id="447" name="Google Shape;447;p41"/>
            <p:cNvCxnSpPr/>
            <p:nvPr/>
          </p:nvCxnSpPr>
          <p:spPr>
            <a:xfrm>
              <a:off x="2542175" y="489050"/>
              <a:ext cx="334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8" name="Google Shape;448;p41"/>
            <p:cNvCxnSpPr/>
            <p:nvPr/>
          </p:nvCxnSpPr>
          <p:spPr>
            <a:xfrm rot="-5400000">
              <a:off x="2542175" y="489050"/>
              <a:ext cx="334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9" name="Google Shape;449;p41"/>
            <p:cNvCxnSpPr/>
            <p:nvPr/>
          </p:nvCxnSpPr>
          <p:spPr>
            <a:xfrm rot="-901247">
              <a:off x="2542159" y="488987"/>
              <a:ext cx="33453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0" name="Google Shape;450;p41"/>
            <p:cNvCxnSpPr/>
            <p:nvPr/>
          </p:nvCxnSpPr>
          <p:spPr>
            <a:xfrm rot="-6301247">
              <a:off x="2542097" y="489051"/>
              <a:ext cx="33453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1" name="Google Shape;451;p41"/>
            <p:cNvCxnSpPr/>
            <p:nvPr/>
          </p:nvCxnSpPr>
          <p:spPr>
            <a:xfrm rot="-1800746">
              <a:off x="2542145" y="488975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2" name="Google Shape;452;p41"/>
            <p:cNvCxnSpPr/>
            <p:nvPr/>
          </p:nvCxnSpPr>
          <p:spPr>
            <a:xfrm rot="-7200746">
              <a:off x="2542013" y="488993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3" name="Google Shape;453;p41"/>
            <p:cNvCxnSpPr/>
            <p:nvPr/>
          </p:nvCxnSpPr>
          <p:spPr>
            <a:xfrm rot="-2700000">
              <a:off x="2542156" y="488976"/>
              <a:ext cx="33474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4" name="Google Shape;454;p41"/>
            <p:cNvCxnSpPr/>
            <p:nvPr/>
          </p:nvCxnSpPr>
          <p:spPr>
            <a:xfrm rot="-8100000">
              <a:off x="2541983" y="488976"/>
              <a:ext cx="33474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5" name="Google Shape;455;p41"/>
            <p:cNvCxnSpPr/>
            <p:nvPr/>
          </p:nvCxnSpPr>
          <p:spPr>
            <a:xfrm rot="-3599254">
              <a:off x="2542202" y="489002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6" name="Google Shape;456;p41"/>
            <p:cNvCxnSpPr/>
            <p:nvPr/>
          </p:nvCxnSpPr>
          <p:spPr>
            <a:xfrm rot="-8999254">
              <a:off x="2542069" y="488985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7" name="Google Shape;457;p41"/>
            <p:cNvCxnSpPr/>
            <p:nvPr/>
          </p:nvCxnSpPr>
          <p:spPr>
            <a:xfrm rot="-4499551">
              <a:off x="2542129" y="488894"/>
              <a:ext cx="33482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8" name="Google Shape;458;p41"/>
            <p:cNvCxnSpPr/>
            <p:nvPr/>
          </p:nvCxnSpPr>
          <p:spPr>
            <a:xfrm rot="-9899551">
              <a:off x="2541918" y="488980"/>
              <a:ext cx="33482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59" name="Google Shape;459;p41"/>
          <p:cNvGrpSpPr/>
          <p:nvPr/>
        </p:nvGrpSpPr>
        <p:grpSpPr>
          <a:xfrm>
            <a:off x="7629351" y="787991"/>
            <a:ext cx="505200" cy="363600"/>
            <a:chOff x="2055551" y="474366"/>
            <a:chExt cx="505200" cy="363600"/>
          </a:xfrm>
        </p:grpSpPr>
        <p:sp>
          <p:nvSpPr>
            <p:cNvPr id="460" name="Google Shape;460;p41"/>
            <p:cNvSpPr/>
            <p:nvPr/>
          </p:nvSpPr>
          <p:spPr>
            <a:xfrm rot="1800443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41"/>
            <p:cNvSpPr/>
            <p:nvPr/>
          </p:nvSpPr>
          <p:spPr>
            <a:xfrm rot="-1800443" flipH="1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2" name="Google Shape;462;p41"/>
          <p:cNvGrpSpPr/>
          <p:nvPr/>
        </p:nvGrpSpPr>
        <p:grpSpPr>
          <a:xfrm>
            <a:off x="920317" y="880263"/>
            <a:ext cx="511800" cy="179076"/>
            <a:chOff x="1338692" y="539400"/>
            <a:chExt cx="511800" cy="179077"/>
          </a:xfrm>
        </p:grpSpPr>
        <p:sp>
          <p:nvSpPr>
            <p:cNvPr id="463" name="Google Shape;463;p41"/>
            <p:cNvSpPr/>
            <p:nvPr/>
          </p:nvSpPr>
          <p:spPr>
            <a:xfrm>
              <a:off x="1338692" y="539400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41"/>
            <p:cNvSpPr/>
            <p:nvPr/>
          </p:nvSpPr>
          <p:spPr>
            <a:xfrm>
              <a:off x="1338692" y="593977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2"/>
          <p:cNvSpPr/>
          <p:nvPr/>
        </p:nvSpPr>
        <p:spPr>
          <a:xfrm>
            <a:off x="3020200" y="3650011"/>
            <a:ext cx="3103500" cy="623100"/>
          </a:xfrm>
          <a:prstGeom prst="round2DiagRect">
            <a:avLst>
              <a:gd name="adj1" fmla="val 44122"/>
              <a:gd name="adj2" fmla="val 0"/>
            </a:avLst>
          </a:prstGeom>
          <a:gradFill>
            <a:gsLst>
              <a:gs pos="0">
                <a:schemeClr val="accent1"/>
              </a:gs>
              <a:gs pos="80000">
                <a:schemeClr val="accent3"/>
              </a:gs>
              <a:gs pos="100000">
                <a:schemeClr val="accent2"/>
              </a:gs>
            </a:gsLst>
            <a:lin ang="2698631" scaled="0"/>
          </a:gra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42"/>
          <p:cNvSpPr/>
          <p:nvPr/>
        </p:nvSpPr>
        <p:spPr>
          <a:xfrm>
            <a:off x="3984700" y="870389"/>
            <a:ext cx="1174500" cy="1174500"/>
          </a:xfrm>
          <a:prstGeom prst="ellipse">
            <a:avLst/>
          </a:prstGeom>
          <a:gradFill>
            <a:gsLst>
              <a:gs pos="0">
                <a:schemeClr val="accent1"/>
              </a:gs>
              <a:gs pos="47000">
                <a:schemeClr val="accent3"/>
              </a:gs>
              <a:gs pos="100000">
                <a:schemeClr val="accent2"/>
              </a:gs>
            </a:gsLst>
            <a:lin ang="2698631" scaled="0"/>
          </a:gra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42"/>
          <p:cNvSpPr txBox="1">
            <a:spLocks noGrp="1"/>
          </p:cNvSpPr>
          <p:nvPr>
            <p:ph type="title"/>
          </p:nvPr>
        </p:nvSpPr>
        <p:spPr>
          <a:xfrm>
            <a:off x="2285850" y="2224061"/>
            <a:ext cx="4572300" cy="120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Introduction</a:t>
            </a:r>
            <a:endParaRPr dirty="0"/>
          </a:p>
        </p:txBody>
      </p:sp>
      <p:sp>
        <p:nvSpPr>
          <p:cNvPr id="472" name="Google Shape;472;p42"/>
          <p:cNvSpPr txBox="1">
            <a:spLocks noGrp="1"/>
          </p:cNvSpPr>
          <p:nvPr>
            <p:ph type="title" idx="2"/>
          </p:nvPr>
        </p:nvSpPr>
        <p:spPr>
          <a:xfrm>
            <a:off x="4092100" y="1196639"/>
            <a:ext cx="959700" cy="52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73" name="Google Shape;473;p42"/>
          <p:cNvSpPr txBox="1">
            <a:spLocks noGrp="1"/>
          </p:cNvSpPr>
          <p:nvPr>
            <p:ph type="subTitle" idx="1"/>
          </p:nvPr>
        </p:nvSpPr>
        <p:spPr>
          <a:xfrm>
            <a:off x="3304000" y="3769111"/>
            <a:ext cx="25359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A quick intro to paper and pulp</a:t>
            </a:r>
            <a:endParaRPr dirty="0"/>
          </a:p>
        </p:txBody>
      </p:sp>
      <p:sp>
        <p:nvSpPr>
          <p:cNvPr id="474" name="Google Shape;474;p42"/>
          <p:cNvSpPr txBox="1">
            <a:spLocks noGrp="1"/>
          </p:cNvSpPr>
          <p:nvPr>
            <p:ph type="subTitle" idx="3"/>
          </p:nvPr>
        </p:nvSpPr>
        <p:spPr>
          <a:xfrm rot="-5400000">
            <a:off x="-285475" y="745500"/>
            <a:ext cx="1290000" cy="256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-2022</a:t>
            </a:r>
            <a:endParaRPr/>
          </a:p>
        </p:txBody>
      </p:sp>
      <p:sp>
        <p:nvSpPr>
          <p:cNvPr id="475" name="Google Shape;475;p42"/>
          <p:cNvSpPr txBox="1">
            <a:spLocks noGrp="1"/>
          </p:cNvSpPr>
          <p:nvPr>
            <p:ph type="subTitle" idx="4"/>
          </p:nvPr>
        </p:nvSpPr>
        <p:spPr>
          <a:xfrm rot="-5400000">
            <a:off x="7920146" y="3886200"/>
            <a:ext cx="1728300" cy="3291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P</a:t>
            </a:r>
            <a:r>
              <a:rPr lang="en" dirty="0" smtClean="0"/>
              <a:t>aper and pulp</a:t>
            </a:r>
            <a:endParaRPr dirty="0"/>
          </a:p>
        </p:txBody>
      </p:sp>
      <p:grpSp>
        <p:nvGrpSpPr>
          <p:cNvPr id="476" name="Google Shape;476;p42"/>
          <p:cNvGrpSpPr/>
          <p:nvPr/>
        </p:nvGrpSpPr>
        <p:grpSpPr>
          <a:xfrm>
            <a:off x="1897167" y="941950"/>
            <a:ext cx="511800" cy="179076"/>
            <a:chOff x="1338692" y="539400"/>
            <a:chExt cx="511800" cy="179077"/>
          </a:xfrm>
        </p:grpSpPr>
        <p:sp>
          <p:nvSpPr>
            <p:cNvPr id="477" name="Google Shape;477;p42"/>
            <p:cNvSpPr/>
            <p:nvPr/>
          </p:nvSpPr>
          <p:spPr>
            <a:xfrm>
              <a:off x="1338692" y="539400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42"/>
            <p:cNvSpPr/>
            <p:nvPr/>
          </p:nvSpPr>
          <p:spPr>
            <a:xfrm>
              <a:off x="1338692" y="593977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9" name="Google Shape;479;p42"/>
          <p:cNvGrpSpPr/>
          <p:nvPr/>
        </p:nvGrpSpPr>
        <p:grpSpPr>
          <a:xfrm>
            <a:off x="1769600" y="3639375"/>
            <a:ext cx="334500" cy="334500"/>
            <a:chOff x="2542175" y="321800"/>
            <a:chExt cx="334500" cy="334500"/>
          </a:xfrm>
        </p:grpSpPr>
        <p:cxnSp>
          <p:nvCxnSpPr>
            <p:cNvPr id="480" name="Google Shape;480;p42"/>
            <p:cNvCxnSpPr/>
            <p:nvPr/>
          </p:nvCxnSpPr>
          <p:spPr>
            <a:xfrm>
              <a:off x="2542175" y="489050"/>
              <a:ext cx="334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1" name="Google Shape;481;p42"/>
            <p:cNvCxnSpPr/>
            <p:nvPr/>
          </p:nvCxnSpPr>
          <p:spPr>
            <a:xfrm rot="-5400000">
              <a:off x="2542175" y="489050"/>
              <a:ext cx="334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2" name="Google Shape;482;p42"/>
            <p:cNvCxnSpPr/>
            <p:nvPr/>
          </p:nvCxnSpPr>
          <p:spPr>
            <a:xfrm rot="-901247">
              <a:off x="2542159" y="488987"/>
              <a:ext cx="33453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3" name="Google Shape;483;p42"/>
            <p:cNvCxnSpPr/>
            <p:nvPr/>
          </p:nvCxnSpPr>
          <p:spPr>
            <a:xfrm rot="-6301247">
              <a:off x="2542097" y="489051"/>
              <a:ext cx="33453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4" name="Google Shape;484;p42"/>
            <p:cNvCxnSpPr/>
            <p:nvPr/>
          </p:nvCxnSpPr>
          <p:spPr>
            <a:xfrm rot="-1800746">
              <a:off x="2542145" y="488975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5" name="Google Shape;485;p42"/>
            <p:cNvCxnSpPr/>
            <p:nvPr/>
          </p:nvCxnSpPr>
          <p:spPr>
            <a:xfrm rot="-7200746">
              <a:off x="2542013" y="488993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6" name="Google Shape;486;p42"/>
            <p:cNvCxnSpPr/>
            <p:nvPr/>
          </p:nvCxnSpPr>
          <p:spPr>
            <a:xfrm rot="-2700000">
              <a:off x="2542156" y="488976"/>
              <a:ext cx="33474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7" name="Google Shape;487;p42"/>
            <p:cNvCxnSpPr/>
            <p:nvPr/>
          </p:nvCxnSpPr>
          <p:spPr>
            <a:xfrm rot="-8100000">
              <a:off x="2541983" y="488976"/>
              <a:ext cx="33474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8" name="Google Shape;488;p42"/>
            <p:cNvCxnSpPr/>
            <p:nvPr/>
          </p:nvCxnSpPr>
          <p:spPr>
            <a:xfrm rot="-3599254">
              <a:off x="2542202" y="489002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9" name="Google Shape;489;p42"/>
            <p:cNvCxnSpPr/>
            <p:nvPr/>
          </p:nvCxnSpPr>
          <p:spPr>
            <a:xfrm rot="-8999254">
              <a:off x="2542069" y="488985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0" name="Google Shape;490;p42"/>
            <p:cNvCxnSpPr/>
            <p:nvPr/>
          </p:nvCxnSpPr>
          <p:spPr>
            <a:xfrm rot="-4499551">
              <a:off x="2542129" y="488894"/>
              <a:ext cx="33482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1" name="Google Shape;491;p42"/>
            <p:cNvCxnSpPr/>
            <p:nvPr/>
          </p:nvCxnSpPr>
          <p:spPr>
            <a:xfrm rot="-9899551">
              <a:off x="2541918" y="488980"/>
              <a:ext cx="33482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92" name="Google Shape;492;p42"/>
          <p:cNvGrpSpPr/>
          <p:nvPr/>
        </p:nvGrpSpPr>
        <p:grpSpPr>
          <a:xfrm>
            <a:off x="7041401" y="1389216"/>
            <a:ext cx="505200" cy="363600"/>
            <a:chOff x="2055551" y="474366"/>
            <a:chExt cx="505200" cy="363600"/>
          </a:xfrm>
        </p:grpSpPr>
        <p:sp>
          <p:nvSpPr>
            <p:cNvPr id="493" name="Google Shape;493;p42"/>
            <p:cNvSpPr/>
            <p:nvPr/>
          </p:nvSpPr>
          <p:spPr>
            <a:xfrm rot="1800443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42"/>
            <p:cNvSpPr/>
            <p:nvPr/>
          </p:nvSpPr>
          <p:spPr>
            <a:xfrm rot="-1800443" flipH="1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5" name="Google Shape;495;p42"/>
          <p:cNvGrpSpPr/>
          <p:nvPr/>
        </p:nvGrpSpPr>
        <p:grpSpPr>
          <a:xfrm>
            <a:off x="7634375" y="4199800"/>
            <a:ext cx="220200" cy="294000"/>
            <a:chOff x="4635450" y="437025"/>
            <a:chExt cx="220200" cy="294000"/>
          </a:xfrm>
        </p:grpSpPr>
        <p:cxnSp>
          <p:nvCxnSpPr>
            <p:cNvPr id="496" name="Google Shape;496;p42"/>
            <p:cNvCxnSpPr/>
            <p:nvPr/>
          </p:nvCxnSpPr>
          <p:spPr>
            <a:xfrm flipH="1">
              <a:off x="4635450" y="437025"/>
              <a:ext cx="144000" cy="294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7" name="Google Shape;497;p42"/>
            <p:cNvCxnSpPr/>
            <p:nvPr/>
          </p:nvCxnSpPr>
          <p:spPr>
            <a:xfrm flipH="1">
              <a:off x="4711650" y="437025"/>
              <a:ext cx="144000" cy="294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3"/>
          <p:cNvSpPr txBox="1">
            <a:spLocks noGrp="1"/>
          </p:cNvSpPr>
          <p:nvPr>
            <p:ph type="subTitle" idx="1"/>
          </p:nvPr>
        </p:nvSpPr>
        <p:spPr>
          <a:xfrm rot="-5400000">
            <a:off x="-285475" y="745500"/>
            <a:ext cx="1290000" cy="256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-2022</a:t>
            </a:r>
            <a:endParaRPr/>
          </a:p>
        </p:txBody>
      </p:sp>
      <p:sp>
        <p:nvSpPr>
          <p:cNvPr id="504" name="Google Shape;504;p43"/>
          <p:cNvSpPr txBox="1">
            <a:spLocks noGrp="1"/>
          </p:cNvSpPr>
          <p:nvPr>
            <p:ph type="subTitle" idx="2"/>
          </p:nvPr>
        </p:nvSpPr>
        <p:spPr>
          <a:xfrm rot="-5400000">
            <a:off x="7920146" y="3886200"/>
            <a:ext cx="1728300" cy="3291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P</a:t>
            </a:r>
            <a:r>
              <a:rPr lang="en" dirty="0" smtClean="0"/>
              <a:t>aper and pulp</a:t>
            </a:r>
            <a:endParaRPr dirty="0"/>
          </a:p>
        </p:txBody>
      </p:sp>
      <p:sp>
        <p:nvSpPr>
          <p:cNvPr id="505" name="Google Shape;505;p43"/>
          <p:cNvSpPr txBox="1">
            <a:spLocks noGrp="1"/>
          </p:cNvSpPr>
          <p:nvPr>
            <p:ph type="title"/>
          </p:nvPr>
        </p:nvSpPr>
        <p:spPr>
          <a:xfrm>
            <a:off x="866219" y="543829"/>
            <a:ext cx="3629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Paper and Pulp</a:t>
            </a:r>
            <a:endParaRPr dirty="0"/>
          </a:p>
        </p:txBody>
      </p:sp>
      <p:sp>
        <p:nvSpPr>
          <p:cNvPr id="506" name="Google Shape;506;p43"/>
          <p:cNvSpPr txBox="1">
            <a:spLocks noGrp="1"/>
          </p:cNvSpPr>
          <p:nvPr>
            <p:ph type="subTitle" idx="3"/>
          </p:nvPr>
        </p:nvSpPr>
        <p:spPr>
          <a:xfrm>
            <a:off x="843880" y="1344308"/>
            <a:ext cx="3560869" cy="26243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/>
            <a:r>
              <a:rPr lang="en-US" sz="1600" dirty="0"/>
              <a:t>Paper pulp or pulp is a fibrous material that is made from plant fiber with different pulp processing. The major ingredient of pulp includes cellulose, hemicellulose, lignin, pigment, resin, pectin, and ash, etc</a:t>
            </a:r>
            <a:r>
              <a:rPr lang="en-US" sz="1600" dirty="0" smtClean="0"/>
              <a:t>.</a:t>
            </a:r>
          </a:p>
          <a:p>
            <a:pPr marL="0" lvl="0" indent="0" algn="just"/>
            <a:endParaRPr lang="en-US" sz="1600" dirty="0"/>
          </a:p>
          <a:p>
            <a:pPr marL="0" lvl="0" indent="0" algn="just"/>
            <a:r>
              <a:rPr lang="en-US" sz="1600" dirty="0"/>
              <a:t>Pulp is a primary material that is used to make </a:t>
            </a:r>
            <a:r>
              <a:rPr lang="en-US" sz="1600" dirty="0" smtClean="0"/>
              <a:t>paper.</a:t>
            </a:r>
            <a:endParaRPr sz="1600" dirty="0"/>
          </a:p>
        </p:txBody>
      </p:sp>
      <p:sp>
        <p:nvSpPr>
          <p:cNvPr id="507" name="Google Shape;507;p43"/>
          <p:cNvSpPr/>
          <p:nvPr/>
        </p:nvSpPr>
        <p:spPr>
          <a:xfrm>
            <a:off x="4659753" y="1047750"/>
            <a:ext cx="3629400" cy="3048000"/>
          </a:xfrm>
          <a:prstGeom prst="hexagon">
            <a:avLst>
              <a:gd name="adj" fmla="val 25000"/>
              <a:gd name="vf" fmla="val 115470"/>
            </a:avLst>
          </a:prstGeom>
          <a:gradFill>
            <a:gsLst>
              <a:gs pos="0">
                <a:schemeClr val="accent1"/>
              </a:gs>
              <a:gs pos="80000">
                <a:schemeClr val="accent3"/>
              </a:gs>
              <a:gs pos="100000">
                <a:schemeClr val="accent2"/>
              </a:gs>
            </a:gsLst>
            <a:lin ang="2698631" scaled="0"/>
          </a:gradFill>
          <a:ln w="19050" cap="flat" cmpd="sng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9" name="Google Shape;509;p43"/>
          <p:cNvGrpSpPr/>
          <p:nvPr/>
        </p:nvGrpSpPr>
        <p:grpSpPr>
          <a:xfrm>
            <a:off x="4237500" y="706350"/>
            <a:ext cx="334500" cy="334500"/>
            <a:chOff x="2542175" y="321800"/>
            <a:chExt cx="334500" cy="334500"/>
          </a:xfrm>
        </p:grpSpPr>
        <p:cxnSp>
          <p:nvCxnSpPr>
            <p:cNvPr id="510" name="Google Shape;510;p43"/>
            <p:cNvCxnSpPr/>
            <p:nvPr/>
          </p:nvCxnSpPr>
          <p:spPr>
            <a:xfrm>
              <a:off x="2542175" y="489050"/>
              <a:ext cx="334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1" name="Google Shape;511;p43"/>
            <p:cNvCxnSpPr/>
            <p:nvPr/>
          </p:nvCxnSpPr>
          <p:spPr>
            <a:xfrm rot="-5400000">
              <a:off x="2542175" y="489050"/>
              <a:ext cx="334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2" name="Google Shape;512;p43"/>
            <p:cNvCxnSpPr/>
            <p:nvPr/>
          </p:nvCxnSpPr>
          <p:spPr>
            <a:xfrm rot="-901247">
              <a:off x="2542159" y="488987"/>
              <a:ext cx="33453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3" name="Google Shape;513;p43"/>
            <p:cNvCxnSpPr/>
            <p:nvPr/>
          </p:nvCxnSpPr>
          <p:spPr>
            <a:xfrm rot="-6301247">
              <a:off x="2542097" y="489051"/>
              <a:ext cx="33453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4" name="Google Shape;514;p43"/>
            <p:cNvCxnSpPr/>
            <p:nvPr/>
          </p:nvCxnSpPr>
          <p:spPr>
            <a:xfrm rot="-1800746">
              <a:off x="2542145" y="488975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5" name="Google Shape;515;p43"/>
            <p:cNvCxnSpPr/>
            <p:nvPr/>
          </p:nvCxnSpPr>
          <p:spPr>
            <a:xfrm rot="-7200746">
              <a:off x="2542013" y="488993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6" name="Google Shape;516;p43"/>
            <p:cNvCxnSpPr/>
            <p:nvPr/>
          </p:nvCxnSpPr>
          <p:spPr>
            <a:xfrm rot="-2700000">
              <a:off x="2542156" y="488976"/>
              <a:ext cx="33474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7" name="Google Shape;517;p43"/>
            <p:cNvCxnSpPr/>
            <p:nvPr/>
          </p:nvCxnSpPr>
          <p:spPr>
            <a:xfrm rot="-8100000">
              <a:off x="2541983" y="488976"/>
              <a:ext cx="33474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8" name="Google Shape;518;p43"/>
            <p:cNvCxnSpPr/>
            <p:nvPr/>
          </p:nvCxnSpPr>
          <p:spPr>
            <a:xfrm rot="-3599254">
              <a:off x="2542202" y="489002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9" name="Google Shape;519;p43"/>
            <p:cNvCxnSpPr/>
            <p:nvPr/>
          </p:nvCxnSpPr>
          <p:spPr>
            <a:xfrm rot="-8999254">
              <a:off x="2542069" y="488985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0" name="Google Shape;520;p43"/>
            <p:cNvCxnSpPr/>
            <p:nvPr/>
          </p:nvCxnSpPr>
          <p:spPr>
            <a:xfrm rot="-4499551">
              <a:off x="2542129" y="488894"/>
              <a:ext cx="33482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1" name="Google Shape;521;p43"/>
            <p:cNvCxnSpPr/>
            <p:nvPr/>
          </p:nvCxnSpPr>
          <p:spPr>
            <a:xfrm rot="-9899551">
              <a:off x="2541918" y="488980"/>
              <a:ext cx="33482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22" name="Google Shape;522;p43"/>
          <p:cNvGrpSpPr/>
          <p:nvPr/>
        </p:nvGrpSpPr>
        <p:grpSpPr>
          <a:xfrm>
            <a:off x="3500381" y="4346500"/>
            <a:ext cx="505200" cy="363600"/>
            <a:chOff x="2055551" y="474366"/>
            <a:chExt cx="505200" cy="363600"/>
          </a:xfrm>
        </p:grpSpPr>
        <p:sp>
          <p:nvSpPr>
            <p:cNvPr id="523" name="Google Shape;523;p43"/>
            <p:cNvSpPr/>
            <p:nvPr/>
          </p:nvSpPr>
          <p:spPr>
            <a:xfrm rot="1800443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43"/>
            <p:cNvSpPr/>
            <p:nvPr/>
          </p:nvSpPr>
          <p:spPr>
            <a:xfrm rot="-1800443" flipH="1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5" name="Google Shape;525;p43"/>
          <p:cNvGrpSpPr/>
          <p:nvPr/>
        </p:nvGrpSpPr>
        <p:grpSpPr>
          <a:xfrm>
            <a:off x="7754625" y="4234300"/>
            <a:ext cx="220200" cy="294000"/>
            <a:chOff x="4635450" y="437025"/>
            <a:chExt cx="220200" cy="294000"/>
          </a:xfrm>
        </p:grpSpPr>
        <p:cxnSp>
          <p:nvCxnSpPr>
            <p:cNvPr id="526" name="Google Shape;526;p43"/>
            <p:cNvCxnSpPr/>
            <p:nvPr/>
          </p:nvCxnSpPr>
          <p:spPr>
            <a:xfrm flipH="1">
              <a:off x="4635450" y="437025"/>
              <a:ext cx="144000" cy="294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7" name="Google Shape;527;p43"/>
            <p:cNvCxnSpPr/>
            <p:nvPr/>
          </p:nvCxnSpPr>
          <p:spPr>
            <a:xfrm flipH="1">
              <a:off x="4711650" y="437025"/>
              <a:ext cx="144000" cy="294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026" name="Picture 2" descr="Pulp and paper price volatility, transport disruption and M&amp;As close the  year - Fastmarket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8822" y="1205757"/>
            <a:ext cx="3351261" cy="2762942"/>
          </a:xfrm>
          <a:prstGeom prst="hexagon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2"/>
          <p:cNvSpPr/>
          <p:nvPr/>
        </p:nvSpPr>
        <p:spPr>
          <a:xfrm>
            <a:off x="3020200" y="3650011"/>
            <a:ext cx="3103500" cy="623100"/>
          </a:xfrm>
          <a:prstGeom prst="round2DiagRect">
            <a:avLst>
              <a:gd name="adj1" fmla="val 44122"/>
              <a:gd name="adj2" fmla="val 0"/>
            </a:avLst>
          </a:prstGeom>
          <a:gradFill>
            <a:gsLst>
              <a:gs pos="0">
                <a:schemeClr val="accent1"/>
              </a:gs>
              <a:gs pos="80000">
                <a:schemeClr val="accent3"/>
              </a:gs>
              <a:gs pos="100000">
                <a:schemeClr val="accent2"/>
              </a:gs>
            </a:gsLst>
            <a:lin ang="2698631" scaled="0"/>
          </a:gra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42"/>
          <p:cNvSpPr/>
          <p:nvPr/>
        </p:nvSpPr>
        <p:spPr>
          <a:xfrm>
            <a:off x="3984700" y="870389"/>
            <a:ext cx="1174500" cy="1174500"/>
          </a:xfrm>
          <a:prstGeom prst="ellipse">
            <a:avLst/>
          </a:prstGeom>
          <a:gradFill>
            <a:gsLst>
              <a:gs pos="0">
                <a:schemeClr val="accent1"/>
              </a:gs>
              <a:gs pos="47000">
                <a:schemeClr val="accent3"/>
              </a:gs>
              <a:gs pos="100000">
                <a:schemeClr val="accent2"/>
              </a:gs>
            </a:gsLst>
            <a:lin ang="2698631" scaled="0"/>
          </a:gra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42"/>
          <p:cNvSpPr txBox="1">
            <a:spLocks noGrp="1"/>
          </p:cNvSpPr>
          <p:nvPr>
            <p:ph type="title"/>
          </p:nvPr>
        </p:nvSpPr>
        <p:spPr>
          <a:xfrm>
            <a:off x="2285850" y="2224061"/>
            <a:ext cx="4863980" cy="120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Sources of Raw materials</a:t>
            </a:r>
            <a:endParaRPr dirty="0"/>
          </a:p>
        </p:txBody>
      </p:sp>
      <p:sp>
        <p:nvSpPr>
          <p:cNvPr id="472" name="Google Shape;472;p42"/>
          <p:cNvSpPr txBox="1">
            <a:spLocks noGrp="1"/>
          </p:cNvSpPr>
          <p:nvPr>
            <p:ph type="title" idx="2"/>
          </p:nvPr>
        </p:nvSpPr>
        <p:spPr>
          <a:xfrm>
            <a:off x="4092100" y="1196639"/>
            <a:ext cx="959700" cy="52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02</a:t>
            </a:r>
            <a:endParaRPr dirty="0"/>
          </a:p>
        </p:txBody>
      </p:sp>
      <p:sp>
        <p:nvSpPr>
          <p:cNvPr id="473" name="Google Shape;473;p42"/>
          <p:cNvSpPr txBox="1">
            <a:spLocks noGrp="1"/>
          </p:cNvSpPr>
          <p:nvPr>
            <p:ph type="subTitle" idx="1"/>
          </p:nvPr>
        </p:nvSpPr>
        <p:spPr>
          <a:xfrm>
            <a:off x="3304000" y="3769111"/>
            <a:ext cx="25359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The raw materials used for paper and pulp</a:t>
            </a:r>
            <a:endParaRPr dirty="0"/>
          </a:p>
        </p:txBody>
      </p:sp>
      <p:sp>
        <p:nvSpPr>
          <p:cNvPr id="474" name="Google Shape;474;p42"/>
          <p:cNvSpPr txBox="1">
            <a:spLocks noGrp="1"/>
          </p:cNvSpPr>
          <p:nvPr>
            <p:ph type="subTitle" idx="3"/>
          </p:nvPr>
        </p:nvSpPr>
        <p:spPr>
          <a:xfrm rot="-5400000">
            <a:off x="-285475" y="745500"/>
            <a:ext cx="1290000" cy="256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-2022</a:t>
            </a:r>
            <a:endParaRPr/>
          </a:p>
        </p:txBody>
      </p:sp>
      <p:sp>
        <p:nvSpPr>
          <p:cNvPr id="475" name="Google Shape;475;p42"/>
          <p:cNvSpPr txBox="1">
            <a:spLocks noGrp="1"/>
          </p:cNvSpPr>
          <p:nvPr>
            <p:ph type="subTitle" idx="4"/>
          </p:nvPr>
        </p:nvSpPr>
        <p:spPr>
          <a:xfrm rot="-5400000">
            <a:off x="7920146" y="3886200"/>
            <a:ext cx="1728300" cy="3291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P</a:t>
            </a:r>
            <a:r>
              <a:rPr lang="en" dirty="0" smtClean="0"/>
              <a:t>aper and pulp</a:t>
            </a:r>
            <a:endParaRPr dirty="0"/>
          </a:p>
        </p:txBody>
      </p:sp>
      <p:grpSp>
        <p:nvGrpSpPr>
          <p:cNvPr id="476" name="Google Shape;476;p42"/>
          <p:cNvGrpSpPr/>
          <p:nvPr/>
        </p:nvGrpSpPr>
        <p:grpSpPr>
          <a:xfrm>
            <a:off x="1897167" y="941950"/>
            <a:ext cx="511800" cy="179076"/>
            <a:chOff x="1338692" y="539400"/>
            <a:chExt cx="511800" cy="179077"/>
          </a:xfrm>
        </p:grpSpPr>
        <p:sp>
          <p:nvSpPr>
            <p:cNvPr id="477" name="Google Shape;477;p42"/>
            <p:cNvSpPr/>
            <p:nvPr/>
          </p:nvSpPr>
          <p:spPr>
            <a:xfrm>
              <a:off x="1338692" y="539400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42"/>
            <p:cNvSpPr/>
            <p:nvPr/>
          </p:nvSpPr>
          <p:spPr>
            <a:xfrm>
              <a:off x="1338692" y="593977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9" name="Google Shape;479;p42"/>
          <p:cNvGrpSpPr/>
          <p:nvPr/>
        </p:nvGrpSpPr>
        <p:grpSpPr>
          <a:xfrm>
            <a:off x="1769600" y="3639375"/>
            <a:ext cx="334500" cy="334500"/>
            <a:chOff x="2542175" y="321800"/>
            <a:chExt cx="334500" cy="334500"/>
          </a:xfrm>
        </p:grpSpPr>
        <p:cxnSp>
          <p:nvCxnSpPr>
            <p:cNvPr id="480" name="Google Shape;480;p42"/>
            <p:cNvCxnSpPr/>
            <p:nvPr/>
          </p:nvCxnSpPr>
          <p:spPr>
            <a:xfrm>
              <a:off x="2542175" y="489050"/>
              <a:ext cx="334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1" name="Google Shape;481;p42"/>
            <p:cNvCxnSpPr/>
            <p:nvPr/>
          </p:nvCxnSpPr>
          <p:spPr>
            <a:xfrm rot="-5400000">
              <a:off x="2542175" y="489050"/>
              <a:ext cx="334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2" name="Google Shape;482;p42"/>
            <p:cNvCxnSpPr/>
            <p:nvPr/>
          </p:nvCxnSpPr>
          <p:spPr>
            <a:xfrm rot="-901247">
              <a:off x="2542159" y="488987"/>
              <a:ext cx="33453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3" name="Google Shape;483;p42"/>
            <p:cNvCxnSpPr/>
            <p:nvPr/>
          </p:nvCxnSpPr>
          <p:spPr>
            <a:xfrm rot="-6301247">
              <a:off x="2542097" y="489051"/>
              <a:ext cx="33453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4" name="Google Shape;484;p42"/>
            <p:cNvCxnSpPr/>
            <p:nvPr/>
          </p:nvCxnSpPr>
          <p:spPr>
            <a:xfrm rot="-1800746">
              <a:off x="2542145" y="488975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5" name="Google Shape;485;p42"/>
            <p:cNvCxnSpPr/>
            <p:nvPr/>
          </p:nvCxnSpPr>
          <p:spPr>
            <a:xfrm rot="-7200746">
              <a:off x="2542013" y="488993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6" name="Google Shape;486;p42"/>
            <p:cNvCxnSpPr/>
            <p:nvPr/>
          </p:nvCxnSpPr>
          <p:spPr>
            <a:xfrm rot="-2700000">
              <a:off x="2542156" y="488976"/>
              <a:ext cx="33474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7" name="Google Shape;487;p42"/>
            <p:cNvCxnSpPr/>
            <p:nvPr/>
          </p:nvCxnSpPr>
          <p:spPr>
            <a:xfrm rot="-8100000">
              <a:off x="2541983" y="488976"/>
              <a:ext cx="33474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8" name="Google Shape;488;p42"/>
            <p:cNvCxnSpPr/>
            <p:nvPr/>
          </p:nvCxnSpPr>
          <p:spPr>
            <a:xfrm rot="-3599254">
              <a:off x="2542202" y="489002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9" name="Google Shape;489;p42"/>
            <p:cNvCxnSpPr/>
            <p:nvPr/>
          </p:nvCxnSpPr>
          <p:spPr>
            <a:xfrm rot="-8999254">
              <a:off x="2542069" y="488985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0" name="Google Shape;490;p42"/>
            <p:cNvCxnSpPr/>
            <p:nvPr/>
          </p:nvCxnSpPr>
          <p:spPr>
            <a:xfrm rot="-4499551">
              <a:off x="2542129" y="488894"/>
              <a:ext cx="33482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1" name="Google Shape;491;p42"/>
            <p:cNvCxnSpPr/>
            <p:nvPr/>
          </p:nvCxnSpPr>
          <p:spPr>
            <a:xfrm rot="-9899551">
              <a:off x="2541918" y="488980"/>
              <a:ext cx="33482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92" name="Google Shape;492;p42"/>
          <p:cNvGrpSpPr/>
          <p:nvPr/>
        </p:nvGrpSpPr>
        <p:grpSpPr>
          <a:xfrm>
            <a:off x="7041401" y="1389216"/>
            <a:ext cx="505200" cy="363600"/>
            <a:chOff x="2055551" y="474366"/>
            <a:chExt cx="505200" cy="363600"/>
          </a:xfrm>
        </p:grpSpPr>
        <p:sp>
          <p:nvSpPr>
            <p:cNvPr id="493" name="Google Shape;493;p42"/>
            <p:cNvSpPr/>
            <p:nvPr/>
          </p:nvSpPr>
          <p:spPr>
            <a:xfrm rot="1800443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42"/>
            <p:cNvSpPr/>
            <p:nvPr/>
          </p:nvSpPr>
          <p:spPr>
            <a:xfrm rot="-1800443" flipH="1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5" name="Google Shape;495;p42"/>
          <p:cNvGrpSpPr/>
          <p:nvPr/>
        </p:nvGrpSpPr>
        <p:grpSpPr>
          <a:xfrm>
            <a:off x="7634375" y="4199800"/>
            <a:ext cx="220200" cy="294000"/>
            <a:chOff x="4635450" y="437025"/>
            <a:chExt cx="220200" cy="294000"/>
          </a:xfrm>
        </p:grpSpPr>
        <p:cxnSp>
          <p:nvCxnSpPr>
            <p:cNvPr id="496" name="Google Shape;496;p42"/>
            <p:cNvCxnSpPr/>
            <p:nvPr/>
          </p:nvCxnSpPr>
          <p:spPr>
            <a:xfrm flipH="1">
              <a:off x="4635450" y="437025"/>
              <a:ext cx="144000" cy="294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7" name="Google Shape;497;p42"/>
            <p:cNvCxnSpPr/>
            <p:nvPr/>
          </p:nvCxnSpPr>
          <p:spPr>
            <a:xfrm flipH="1">
              <a:off x="4711650" y="437025"/>
              <a:ext cx="144000" cy="294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25053600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3"/>
          <p:cNvSpPr txBox="1">
            <a:spLocks noGrp="1"/>
          </p:cNvSpPr>
          <p:nvPr>
            <p:ph type="subTitle" idx="1"/>
          </p:nvPr>
        </p:nvSpPr>
        <p:spPr>
          <a:xfrm rot="-5400000">
            <a:off x="-285475" y="745500"/>
            <a:ext cx="1290000" cy="256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-2022</a:t>
            </a:r>
            <a:endParaRPr/>
          </a:p>
        </p:txBody>
      </p:sp>
      <p:sp>
        <p:nvSpPr>
          <p:cNvPr id="504" name="Google Shape;504;p43"/>
          <p:cNvSpPr txBox="1">
            <a:spLocks noGrp="1"/>
          </p:cNvSpPr>
          <p:nvPr>
            <p:ph type="subTitle" idx="2"/>
          </p:nvPr>
        </p:nvSpPr>
        <p:spPr>
          <a:xfrm rot="-5400000">
            <a:off x="7920146" y="3886200"/>
            <a:ext cx="1728300" cy="3291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P</a:t>
            </a:r>
            <a:r>
              <a:rPr lang="en" dirty="0" smtClean="0"/>
              <a:t>aper and pulp</a:t>
            </a:r>
            <a:endParaRPr dirty="0"/>
          </a:p>
        </p:txBody>
      </p:sp>
      <p:sp>
        <p:nvSpPr>
          <p:cNvPr id="505" name="Google Shape;505;p43"/>
          <p:cNvSpPr txBox="1">
            <a:spLocks noGrp="1"/>
          </p:cNvSpPr>
          <p:nvPr>
            <p:ph type="title"/>
          </p:nvPr>
        </p:nvSpPr>
        <p:spPr>
          <a:xfrm>
            <a:off x="866218" y="543829"/>
            <a:ext cx="5262207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Sources of Raw materials</a:t>
            </a:r>
            <a:endParaRPr dirty="0"/>
          </a:p>
        </p:txBody>
      </p:sp>
      <p:sp>
        <p:nvSpPr>
          <p:cNvPr id="506" name="Google Shape;506;p43"/>
          <p:cNvSpPr txBox="1">
            <a:spLocks noGrp="1"/>
          </p:cNvSpPr>
          <p:nvPr>
            <p:ph type="subTitle" idx="3"/>
          </p:nvPr>
        </p:nvSpPr>
        <p:spPr>
          <a:xfrm>
            <a:off x="843880" y="1116529"/>
            <a:ext cx="3815872" cy="35705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/>
            <a:r>
              <a:rPr lang="en-US" dirty="0"/>
              <a:t>The basic raw material of paper is </a:t>
            </a:r>
            <a:r>
              <a:rPr lang="en-US" b="1" dirty="0"/>
              <a:t>cellulose in the form of fiber</a:t>
            </a:r>
            <a:r>
              <a:rPr lang="en-US" dirty="0"/>
              <a:t>. Cellulose fiber occurs in many vegetable tissues, from which it can readily be extracted by mechanical or chemical means.</a:t>
            </a:r>
            <a:endParaRPr lang="en-US" dirty="0" smtClean="0"/>
          </a:p>
          <a:p>
            <a:pPr marL="0" lvl="0" indent="0" algn="just"/>
            <a:endParaRPr lang="en-US" dirty="0"/>
          </a:p>
          <a:p>
            <a:pPr marL="0" lvl="0" indent="0" algn="just"/>
            <a:r>
              <a:rPr lang="en-US" dirty="0" smtClean="0"/>
              <a:t>Agricultural </a:t>
            </a:r>
            <a:r>
              <a:rPr lang="en-US" dirty="0"/>
              <a:t>wastes—straw, corn stalks, bagasse (sugarcane waste), bamboo, and some other grasses—are used for making certain grades. Finally, one of the most important sources of pulp is the </a:t>
            </a:r>
            <a:r>
              <a:rPr lang="en-US" dirty="0" smtClean="0"/>
              <a:t>fiber </a:t>
            </a:r>
            <a:r>
              <a:rPr lang="en-US" dirty="0"/>
              <a:t>recovered from old papers, rags, and cardboard boxes</a:t>
            </a:r>
            <a:r>
              <a:rPr lang="en-US" dirty="0" smtClean="0"/>
              <a:t>.</a:t>
            </a:r>
          </a:p>
          <a:p>
            <a:pPr marL="0" lvl="0" indent="0" algn="just"/>
            <a:endParaRPr lang="en-US" sz="1600" dirty="0"/>
          </a:p>
          <a:p>
            <a:pPr marL="0" lvl="0" indent="0" algn="just"/>
            <a:r>
              <a:rPr lang="en-US" dirty="0"/>
              <a:t> Finally, one of the most important sources of pulp is </a:t>
            </a:r>
            <a:r>
              <a:rPr lang="en-US" b="1" dirty="0"/>
              <a:t>the </a:t>
            </a:r>
            <a:r>
              <a:rPr lang="en-US" b="1" dirty="0" smtClean="0"/>
              <a:t>fiber </a:t>
            </a:r>
            <a:r>
              <a:rPr lang="en-US" b="1" dirty="0"/>
              <a:t>recovered from old papers, rags, and cardboard boxes</a:t>
            </a:r>
            <a:r>
              <a:rPr lang="en-US" dirty="0"/>
              <a:t>.</a:t>
            </a:r>
            <a:endParaRPr sz="1600" dirty="0"/>
          </a:p>
        </p:txBody>
      </p:sp>
      <p:grpSp>
        <p:nvGrpSpPr>
          <p:cNvPr id="509" name="Google Shape;509;p43"/>
          <p:cNvGrpSpPr/>
          <p:nvPr/>
        </p:nvGrpSpPr>
        <p:grpSpPr>
          <a:xfrm>
            <a:off x="6172517" y="708032"/>
            <a:ext cx="334500" cy="334500"/>
            <a:chOff x="2542175" y="321800"/>
            <a:chExt cx="334500" cy="334500"/>
          </a:xfrm>
        </p:grpSpPr>
        <p:cxnSp>
          <p:nvCxnSpPr>
            <p:cNvPr id="510" name="Google Shape;510;p43"/>
            <p:cNvCxnSpPr/>
            <p:nvPr/>
          </p:nvCxnSpPr>
          <p:spPr>
            <a:xfrm>
              <a:off x="2542175" y="489050"/>
              <a:ext cx="334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1" name="Google Shape;511;p43"/>
            <p:cNvCxnSpPr/>
            <p:nvPr/>
          </p:nvCxnSpPr>
          <p:spPr>
            <a:xfrm rot="-5400000">
              <a:off x="2542175" y="489050"/>
              <a:ext cx="334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2" name="Google Shape;512;p43"/>
            <p:cNvCxnSpPr/>
            <p:nvPr/>
          </p:nvCxnSpPr>
          <p:spPr>
            <a:xfrm rot="-901247">
              <a:off x="2542159" y="488987"/>
              <a:ext cx="33453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3" name="Google Shape;513;p43"/>
            <p:cNvCxnSpPr/>
            <p:nvPr/>
          </p:nvCxnSpPr>
          <p:spPr>
            <a:xfrm rot="-6301247">
              <a:off x="2542097" y="489051"/>
              <a:ext cx="33453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4" name="Google Shape;514;p43"/>
            <p:cNvCxnSpPr/>
            <p:nvPr/>
          </p:nvCxnSpPr>
          <p:spPr>
            <a:xfrm rot="-1800746">
              <a:off x="2542145" y="488975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5" name="Google Shape;515;p43"/>
            <p:cNvCxnSpPr/>
            <p:nvPr/>
          </p:nvCxnSpPr>
          <p:spPr>
            <a:xfrm rot="-7200746">
              <a:off x="2542013" y="488993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6" name="Google Shape;516;p43"/>
            <p:cNvCxnSpPr/>
            <p:nvPr/>
          </p:nvCxnSpPr>
          <p:spPr>
            <a:xfrm rot="-2700000">
              <a:off x="2542156" y="488976"/>
              <a:ext cx="33474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7" name="Google Shape;517;p43"/>
            <p:cNvCxnSpPr/>
            <p:nvPr/>
          </p:nvCxnSpPr>
          <p:spPr>
            <a:xfrm rot="-8100000">
              <a:off x="2541983" y="488976"/>
              <a:ext cx="33474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8" name="Google Shape;518;p43"/>
            <p:cNvCxnSpPr/>
            <p:nvPr/>
          </p:nvCxnSpPr>
          <p:spPr>
            <a:xfrm rot="-3599254">
              <a:off x="2542202" y="489002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9" name="Google Shape;519;p43"/>
            <p:cNvCxnSpPr/>
            <p:nvPr/>
          </p:nvCxnSpPr>
          <p:spPr>
            <a:xfrm rot="-8999254">
              <a:off x="2542069" y="488985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0" name="Google Shape;520;p43"/>
            <p:cNvCxnSpPr/>
            <p:nvPr/>
          </p:nvCxnSpPr>
          <p:spPr>
            <a:xfrm rot="-4499551">
              <a:off x="2542129" y="488894"/>
              <a:ext cx="33482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1" name="Google Shape;521;p43"/>
            <p:cNvCxnSpPr/>
            <p:nvPr/>
          </p:nvCxnSpPr>
          <p:spPr>
            <a:xfrm rot="-9899551">
              <a:off x="2541918" y="488980"/>
              <a:ext cx="33482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22" name="Google Shape;522;p43"/>
          <p:cNvGrpSpPr/>
          <p:nvPr/>
        </p:nvGrpSpPr>
        <p:grpSpPr>
          <a:xfrm>
            <a:off x="4798822" y="4722859"/>
            <a:ext cx="505200" cy="363600"/>
            <a:chOff x="2055551" y="474366"/>
            <a:chExt cx="505200" cy="363600"/>
          </a:xfrm>
        </p:grpSpPr>
        <p:sp>
          <p:nvSpPr>
            <p:cNvPr id="523" name="Google Shape;523;p43"/>
            <p:cNvSpPr/>
            <p:nvPr/>
          </p:nvSpPr>
          <p:spPr>
            <a:xfrm rot="1800443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43"/>
            <p:cNvSpPr/>
            <p:nvPr/>
          </p:nvSpPr>
          <p:spPr>
            <a:xfrm rot="-1800443" flipH="1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5" name="Google Shape;525;p43"/>
          <p:cNvGrpSpPr/>
          <p:nvPr/>
        </p:nvGrpSpPr>
        <p:grpSpPr>
          <a:xfrm>
            <a:off x="7754625" y="4428859"/>
            <a:ext cx="220200" cy="294000"/>
            <a:chOff x="4635450" y="437025"/>
            <a:chExt cx="220200" cy="294000"/>
          </a:xfrm>
        </p:grpSpPr>
        <p:cxnSp>
          <p:nvCxnSpPr>
            <p:cNvPr id="526" name="Google Shape;526;p43"/>
            <p:cNvCxnSpPr/>
            <p:nvPr/>
          </p:nvCxnSpPr>
          <p:spPr>
            <a:xfrm flipH="1">
              <a:off x="4635450" y="437025"/>
              <a:ext cx="144000" cy="294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7" name="Google Shape;527;p43"/>
            <p:cNvCxnSpPr/>
            <p:nvPr/>
          </p:nvCxnSpPr>
          <p:spPr>
            <a:xfrm flipH="1">
              <a:off x="4711650" y="437025"/>
              <a:ext cx="144000" cy="294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" name="AutoShape 2" descr="Materials For Paper And Pulp Making | Wood, Straw, Cotton, Waste Pap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6" descr="Materials For Paper And Pulp Making | Wood, Straw, Cotton, Waste Paper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185"/>
          <a:stretch/>
        </p:blipFill>
        <p:spPr>
          <a:xfrm>
            <a:off x="5206460" y="1241270"/>
            <a:ext cx="2721583" cy="2017496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17" t="49051" r="905"/>
          <a:stretch/>
        </p:blipFill>
        <p:spPr>
          <a:xfrm>
            <a:off x="5195070" y="3269881"/>
            <a:ext cx="1372181" cy="102789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748" t="1024" r="-10" b="48154"/>
          <a:stretch/>
        </p:blipFill>
        <p:spPr>
          <a:xfrm>
            <a:off x="6567251" y="3269881"/>
            <a:ext cx="1314121" cy="1025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3088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2"/>
          <p:cNvSpPr/>
          <p:nvPr/>
        </p:nvSpPr>
        <p:spPr>
          <a:xfrm>
            <a:off x="3020200" y="3650011"/>
            <a:ext cx="3103500" cy="623100"/>
          </a:xfrm>
          <a:prstGeom prst="round2DiagRect">
            <a:avLst>
              <a:gd name="adj1" fmla="val 44122"/>
              <a:gd name="adj2" fmla="val 0"/>
            </a:avLst>
          </a:prstGeom>
          <a:gradFill>
            <a:gsLst>
              <a:gs pos="0">
                <a:schemeClr val="accent1"/>
              </a:gs>
              <a:gs pos="80000">
                <a:schemeClr val="accent3"/>
              </a:gs>
              <a:gs pos="100000">
                <a:schemeClr val="accent2"/>
              </a:gs>
            </a:gsLst>
            <a:lin ang="2698631" scaled="0"/>
          </a:gra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42"/>
          <p:cNvSpPr/>
          <p:nvPr/>
        </p:nvSpPr>
        <p:spPr>
          <a:xfrm>
            <a:off x="3984700" y="870389"/>
            <a:ext cx="1174500" cy="1174500"/>
          </a:xfrm>
          <a:prstGeom prst="ellipse">
            <a:avLst/>
          </a:prstGeom>
          <a:gradFill>
            <a:gsLst>
              <a:gs pos="0">
                <a:schemeClr val="accent1"/>
              </a:gs>
              <a:gs pos="47000">
                <a:schemeClr val="accent3"/>
              </a:gs>
              <a:gs pos="100000">
                <a:schemeClr val="accent2"/>
              </a:gs>
            </a:gsLst>
            <a:lin ang="2698631" scaled="0"/>
          </a:gra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42"/>
          <p:cNvSpPr txBox="1">
            <a:spLocks noGrp="1"/>
          </p:cNvSpPr>
          <p:nvPr>
            <p:ph type="title"/>
          </p:nvPr>
        </p:nvSpPr>
        <p:spPr>
          <a:xfrm>
            <a:off x="2285850" y="2224061"/>
            <a:ext cx="4863980" cy="120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Raw materials</a:t>
            </a:r>
            <a:endParaRPr dirty="0"/>
          </a:p>
        </p:txBody>
      </p:sp>
      <p:sp>
        <p:nvSpPr>
          <p:cNvPr id="472" name="Google Shape;472;p42"/>
          <p:cNvSpPr txBox="1">
            <a:spLocks noGrp="1"/>
          </p:cNvSpPr>
          <p:nvPr>
            <p:ph type="title" idx="2"/>
          </p:nvPr>
        </p:nvSpPr>
        <p:spPr>
          <a:xfrm>
            <a:off x="4092100" y="1196639"/>
            <a:ext cx="959700" cy="52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03</a:t>
            </a:r>
            <a:endParaRPr dirty="0"/>
          </a:p>
        </p:txBody>
      </p:sp>
      <p:sp>
        <p:nvSpPr>
          <p:cNvPr id="473" name="Google Shape;473;p42"/>
          <p:cNvSpPr txBox="1">
            <a:spLocks noGrp="1"/>
          </p:cNvSpPr>
          <p:nvPr>
            <p:ph type="subTitle" idx="1"/>
          </p:nvPr>
        </p:nvSpPr>
        <p:spPr>
          <a:xfrm>
            <a:off x="3304000" y="3769111"/>
            <a:ext cx="25359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Types of raw materials</a:t>
            </a:r>
            <a:endParaRPr dirty="0"/>
          </a:p>
        </p:txBody>
      </p:sp>
      <p:sp>
        <p:nvSpPr>
          <p:cNvPr id="474" name="Google Shape;474;p42"/>
          <p:cNvSpPr txBox="1">
            <a:spLocks noGrp="1"/>
          </p:cNvSpPr>
          <p:nvPr>
            <p:ph type="subTitle" idx="3"/>
          </p:nvPr>
        </p:nvSpPr>
        <p:spPr>
          <a:xfrm rot="-5400000">
            <a:off x="-285475" y="745500"/>
            <a:ext cx="1290000" cy="256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-2022</a:t>
            </a:r>
            <a:endParaRPr/>
          </a:p>
        </p:txBody>
      </p:sp>
      <p:sp>
        <p:nvSpPr>
          <p:cNvPr id="475" name="Google Shape;475;p42"/>
          <p:cNvSpPr txBox="1">
            <a:spLocks noGrp="1"/>
          </p:cNvSpPr>
          <p:nvPr>
            <p:ph type="subTitle" idx="4"/>
          </p:nvPr>
        </p:nvSpPr>
        <p:spPr>
          <a:xfrm rot="-5400000">
            <a:off x="7920146" y="3886200"/>
            <a:ext cx="1728300" cy="3291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P</a:t>
            </a:r>
            <a:r>
              <a:rPr lang="en" dirty="0" smtClean="0"/>
              <a:t>aper and pulp</a:t>
            </a:r>
            <a:endParaRPr dirty="0"/>
          </a:p>
        </p:txBody>
      </p:sp>
      <p:grpSp>
        <p:nvGrpSpPr>
          <p:cNvPr id="476" name="Google Shape;476;p42"/>
          <p:cNvGrpSpPr/>
          <p:nvPr/>
        </p:nvGrpSpPr>
        <p:grpSpPr>
          <a:xfrm>
            <a:off x="1897167" y="941950"/>
            <a:ext cx="511800" cy="179076"/>
            <a:chOff x="1338692" y="539400"/>
            <a:chExt cx="511800" cy="179077"/>
          </a:xfrm>
        </p:grpSpPr>
        <p:sp>
          <p:nvSpPr>
            <p:cNvPr id="477" name="Google Shape;477;p42"/>
            <p:cNvSpPr/>
            <p:nvPr/>
          </p:nvSpPr>
          <p:spPr>
            <a:xfrm>
              <a:off x="1338692" y="539400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42"/>
            <p:cNvSpPr/>
            <p:nvPr/>
          </p:nvSpPr>
          <p:spPr>
            <a:xfrm>
              <a:off x="1338692" y="593977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9" name="Google Shape;479;p42"/>
          <p:cNvGrpSpPr/>
          <p:nvPr/>
        </p:nvGrpSpPr>
        <p:grpSpPr>
          <a:xfrm>
            <a:off x="1769600" y="3639375"/>
            <a:ext cx="334500" cy="334500"/>
            <a:chOff x="2542175" y="321800"/>
            <a:chExt cx="334500" cy="334500"/>
          </a:xfrm>
        </p:grpSpPr>
        <p:cxnSp>
          <p:nvCxnSpPr>
            <p:cNvPr id="480" name="Google Shape;480;p42"/>
            <p:cNvCxnSpPr/>
            <p:nvPr/>
          </p:nvCxnSpPr>
          <p:spPr>
            <a:xfrm>
              <a:off x="2542175" y="489050"/>
              <a:ext cx="334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1" name="Google Shape;481;p42"/>
            <p:cNvCxnSpPr/>
            <p:nvPr/>
          </p:nvCxnSpPr>
          <p:spPr>
            <a:xfrm rot="-5400000">
              <a:off x="2542175" y="489050"/>
              <a:ext cx="334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2" name="Google Shape;482;p42"/>
            <p:cNvCxnSpPr/>
            <p:nvPr/>
          </p:nvCxnSpPr>
          <p:spPr>
            <a:xfrm rot="-901247">
              <a:off x="2542159" y="488987"/>
              <a:ext cx="33453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3" name="Google Shape;483;p42"/>
            <p:cNvCxnSpPr/>
            <p:nvPr/>
          </p:nvCxnSpPr>
          <p:spPr>
            <a:xfrm rot="-6301247">
              <a:off x="2542097" y="489051"/>
              <a:ext cx="33453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4" name="Google Shape;484;p42"/>
            <p:cNvCxnSpPr/>
            <p:nvPr/>
          </p:nvCxnSpPr>
          <p:spPr>
            <a:xfrm rot="-1800746">
              <a:off x="2542145" y="488975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5" name="Google Shape;485;p42"/>
            <p:cNvCxnSpPr/>
            <p:nvPr/>
          </p:nvCxnSpPr>
          <p:spPr>
            <a:xfrm rot="-7200746">
              <a:off x="2542013" y="488993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6" name="Google Shape;486;p42"/>
            <p:cNvCxnSpPr/>
            <p:nvPr/>
          </p:nvCxnSpPr>
          <p:spPr>
            <a:xfrm rot="-2700000">
              <a:off x="2542156" y="488976"/>
              <a:ext cx="33474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7" name="Google Shape;487;p42"/>
            <p:cNvCxnSpPr/>
            <p:nvPr/>
          </p:nvCxnSpPr>
          <p:spPr>
            <a:xfrm rot="-8100000">
              <a:off x="2541983" y="488976"/>
              <a:ext cx="33474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8" name="Google Shape;488;p42"/>
            <p:cNvCxnSpPr/>
            <p:nvPr/>
          </p:nvCxnSpPr>
          <p:spPr>
            <a:xfrm rot="-3599254">
              <a:off x="2542202" y="489002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9" name="Google Shape;489;p42"/>
            <p:cNvCxnSpPr/>
            <p:nvPr/>
          </p:nvCxnSpPr>
          <p:spPr>
            <a:xfrm rot="-8999254">
              <a:off x="2542069" y="488985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0" name="Google Shape;490;p42"/>
            <p:cNvCxnSpPr/>
            <p:nvPr/>
          </p:nvCxnSpPr>
          <p:spPr>
            <a:xfrm rot="-4499551">
              <a:off x="2542129" y="488894"/>
              <a:ext cx="33482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1" name="Google Shape;491;p42"/>
            <p:cNvCxnSpPr/>
            <p:nvPr/>
          </p:nvCxnSpPr>
          <p:spPr>
            <a:xfrm rot="-9899551">
              <a:off x="2541918" y="488980"/>
              <a:ext cx="33482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92" name="Google Shape;492;p42"/>
          <p:cNvGrpSpPr/>
          <p:nvPr/>
        </p:nvGrpSpPr>
        <p:grpSpPr>
          <a:xfrm>
            <a:off x="7041401" y="1389216"/>
            <a:ext cx="505200" cy="363600"/>
            <a:chOff x="2055551" y="474366"/>
            <a:chExt cx="505200" cy="363600"/>
          </a:xfrm>
        </p:grpSpPr>
        <p:sp>
          <p:nvSpPr>
            <p:cNvPr id="493" name="Google Shape;493;p42"/>
            <p:cNvSpPr/>
            <p:nvPr/>
          </p:nvSpPr>
          <p:spPr>
            <a:xfrm rot="1800443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42"/>
            <p:cNvSpPr/>
            <p:nvPr/>
          </p:nvSpPr>
          <p:spPr>
            <a:xfrm rot="-1800443" flipH="1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5" name="Google Shape;495;p42"/>
          <p:cNvGrpSpPr/>
          <p:nvPr/>
        </p:nvGrpSpPr>
        <p:grpSpPr>
          <a:xfrm>
            <a:off x="7634375" y="4199800"/>
            <a:ext cx="220200" cy="294000"/>
            <a:chOff x="4635450" y="437025"/>
            <a:chExt cx="220200" cy="294000"/>
          </a:xfrm>
        </p:grpSpPr>
        <p:cxnSp>
          <p:nvCxnSpPr>
            <p:cNvPr id="496" name="Google Shape;496;p42"/>
            <p:cNvCxnSpPr/>
            <p:nvPr/>
          </p:nvCxnSpPr>
          <p:spPr>
            <a:xfrm flipH="1">
              <a:off x="4635450" y="437025"/>
              <a:ext cx="144000" cy="294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7" name="Google Shape;497;p42"/>
            <p:cNvCxnSpPr/>
            <p:nvPr/>
          </p:nvCxnSpPr>
          <p:spPr>
            <a:xfrm flipH="1">
              <a:off x="4711650" y="437025"/>
              <a:ext cx="144000" cy="294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64446563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3"/>
          <p:cNvSpPr txBox="1">
            <a:spLocks noGrp="1"/>
          </p:cNvSpPr>
          <p:nvPr>
            <p:ph type="subTitle" idx="1"/>
          </p:nvPr>
        </p:nvSpPr>
        <p:spPr>
          <a:xfrm rot="-5400000">
            <a:off x="-285475" y="745500"/>
            <a:ext cx="1290000" cy="256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-2022</a:t>
            </a:r>
            <a:endParaRPr/>
          </a:p>
        </p:txBody>
      </p:sp>
      <p:sp>
        <p:nvSpPr>
          <p:cNvPr id="504" name="Google Shape;504;p43"/>
          <p:cNvSpPr txBox="1">
            <a:spLocks noGrp="1"/>
          </p:cNvSpPr>
          <p:nvPr>
            <p:ph type="subTitle" idx="2"/>
          </p:nvPr>
        </p:nvSpPr>
        <p:spPr>
          <a:xfrm rot="-5400000">
            <a:off x="7920146" y="3886200"/>
            <a:ext cx="1728300" cy="3291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P</a:t>
            </a:r>
            <a:r>
              <a:rPr lang="en" dirty="0" smtClean="0"/>
              <a:t>aper and pulp</a:t>
            </a:r>
            <a:endParaRPr dirty="0"/>
          </a:p>
        </p:txBody>
      </p:sp>
      <p:sp>
        <p:nvSpPr>
          <p:cNvPr id="505" name="Google Shape;505;p43"/>
          <p:cNvSpPr txBox="1">
            <a:spLocks noGrp="1"/>
          </p:cNvSpPr>
          <p:nvPr>
            <p:ph type="title"/>
          </p:nvPr>
        </p:nvSpPr>
        <p:spPr>
          <a:xfrm>
            <a:off x="866218" y="543829"/>
            <a:ext cx="5262207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Raw materials</a:t>
            </a:r>
            <a:endParaRPr dirty="0"/>
          </a:p>
        </p:txBody>
      </p:sp>
      <p:sp>
        <p:nvSpPr>
          <p:cNvPr id="506" name="Google Shape;506;p43"/>
          <p:cNvSpPr txBox="1">
            <a:spLocks noGrp="1"/>
          </p:cNvSpPr>
          <p:nvPr>
            <p:ph type="subTitle" idx="3"/>
          </p:nvPr>
        </p:nvSpPr>
        <p:spPr>
          <a:xfrm>
            <a:off x="843880" y="1116529"/>
            <a:ext cx="7560818" cy="35705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/>
            <a:r>
              <a:rPr lang="en-US" dirty="0" smtClean="0"/>
              <a:t>There are two types of raw materials for paper and pulp. They are:</a:t>
            </a:r>
          </a:p>
          <a:p>
            <a:pPr marL="0" lvl="0" indent="0" algn="just"/>
            <a:endParaRPr lang="en-US" dirty="0" smtClean="0"/>
          </a:p>
          <a:p>
            <a:pPr marL="0" lvl="0" indent="0" algn="just"/>
            <a:r>
              <a:rPr lang="en-US" b="1" dirty="0" smtClean="0"/>
              <a:t>1. Fibrous Raw Materials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 smtClean="0"/>
              <a:t>Paper pulp: ground wood, bleached and unbleached pulp, semi-chemical pulp.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 smtClean="0"/>
              <a:t>Reuse pulp: Paper products, newspaper, paper bound.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 smtClean="0"/>
              <a:t>Cellulose pulp: Straw, linen, cotton.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 smtClean="0"/>
              <a:t>Specialty pulp: Inorganic fibers such as asbestos and glass.</a:t>
            </a:r>
            <a:endParaRPr lang="en-US" dirty="0"/>
          </a:p>
          <a:p>
            <a:pPr marL="342900" lvl="0" indent="-342900" algn="just">
              <a:buAutoNum type="arabicPeriod"/>
            </a:pPr>
            <a:endParaRPr lang="en-US" dirty="0"/>
          </a:p>
          <a:p>
            <a:pPr marL="342900" lvl="0" indent="-342900" algn="just">
              <a:buAutoNum type="arabicPeriod"/>
            </a:pPr>
            <a:endParaRPr lang="en-US" dirty="0"/>
          </a:p>
          <a:p>
            <a:pPr marL="0" lvl="0" indent="0" algn="just"/>
            <a:r>
              <a:rPr lang="en-US" b="1" dirty="0" smtClean="0"/>
              <a:t>2. Non-Fibrous Raw Materials</a:t>
            </a:r>
          </a:p>
          <a:p>
            <a:pPr marL="0" lvl="0" indent="0" algn="just"/>
            <a:r>
              <a:rPr lang="en-US" dirty="0" smtClean="0"/>
              <a:t>The materials which are used for filtering, sizing and coating of paper are included in such raw materials. These chemicals are used for pulping and bleaching.</a:t>
            </a:r>
          </a:p>
          <a:p>
            <a:pPr marL="0" lvl="0" indent="0" algn="just"/>
            <a:endParaRPr lang="en-US" dirty="0"/>
          </a:p>
          <a:p>
            <a:pPr marL="0" lvl="0" indent="0" algn="just"/>
            <a:r>
              <a:rPr lang="en-US" dirty="0" smtClean="0"/>
              <a:t>Some of them are: clay, Talc, TiO</a:t>
            </a:r>
            <a:r>
              <a:rPr lang="en-US" baseline="-25000" dirty="0" smtClean="0"/>
              <a:t>2, </a:t>
            </a:r>
            <a:r>
              <a:rPr lang="en-US" dirty="0" smtClean="0"/>
              <a:t>ZnS, CaCo</a:t>
            </a:r>
            <a:r>
              <a:rPr lang="en-US" baseline="-25000" dirty="0" smtClean="0"/>
              <a:t>3</a:t>
            </a:r>
            <a:r>
              <a:rPr lang="en-US" dirty="0" smtClean="0"/>
              <a:t>, alums, Sulphur lime etc.</a:t>
            </a:r>
            <a:endParaRPr lang="en-US" baseline="-25000" dirty="0" smtClean="0"/>
          </a:p>
          <a:p>
            <a:pPr marL="342900" lvl="0" indent="-342900" algn="just">
              <a:buAutoNum type="arabicPeriod"/>
            </a:pPr>
            <a:endParaRPr lang="en-US" dirty="0" smtClean="0"/>
          </a:p>
        </p:txBody>
      </p:sp>
      <p:grpSp>
        <p:nvGrpSpPr>
          <p:cNvPr id="509" name="Google Shape;509;p43"/>
          <p:cNvGrpSpPr/>
          <p:nvPr/>
        </p:nvGrpSpPr>
        <p:grpSpPr>
          <a:xfrm>
            <a:off x="6172517" y="708032"/>
            <a:ext cx="334500" cy="334500"/>
            <a:chOff x="2542175" y="321800"/>
            <a:chExt cx="334500" cy="334500"/>
          </a:xfrm>
        </p:grpSpPr>
        <p:cxnSp>
          <p:nvCxnSpPr>
            <p:cNvPr id="510" name="Google Shape;510;p43"/>
            <p:cNvCxnSpPr/>
            <p:nvPr/>
          </p:nvCxnSpPr>
          <p:spPr>
            <a:xfrm>
              <a:off x="2542175" y="489050"/>
              <a:ext cx="334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1" name="Google Shape;511;p43"/>
            <p:cNvCxnSpPr/>
            <p:nvPr/>
          </p:nvCxnSpPr>
          <p:spPr>
            <a:xfrm rot="-5400000">
              <a:off x="2542175" y="489050"/>
              <a:ext cx="334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2" name="Google Shape;512;p43"/>
            <p:cNvCxnSpPr/>
            <p:nvPr/>
          </p:nvCxnSpPr>
          <p:spPr>
            <a:xfrm rot="-901247">
              <a:off x="2542159" y="488987"/>
              <a:ext cx="33453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3" name="Google Shape;513;p43"/>
            <p:cNvCxnSpPr/>
            <p:nvPr/>
          </p:nvCxnSpPr>
          <p:spPr>
            <a:xfrm rot="-6301247">
              <a:off x="2542097" y="489051"/>
              <a:ext cx="33453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4" name="Google Shape;514;p43"/>
            <p:cNvCxnSpPr/>
            <p:nvPr/>
          </p:nvCxnSpPr>
          <p:spPr>
            <a:xfrm rot="-1800746">
              <a:off x="2542145" y="488975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5" name="Google Shape;515;p43"/>
            <p:cNvCxnSpPr/>
            <p:nvPr/>
          </p:nvCxnSpPr>
          <p:spPr>
            <a:xfrm rot="-7200746">
              <a:off x="2542013" y="488993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6" name="Google Shape;516;p43"/>
            <p:cNvCxnSpPr/>
            <p:nvPr/>
          </p:nvCxnSpPr>
          <p:spPr>
            <a:xfrm rot="-2700000">
              <a:off x="2542156" y="488976"/>
              <a:ext cx="33474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7" name="Google Shape;517;p43"/>
            <p:cNvCxnSpPr/>
            <p:nvPr/>
          </p:nvCxnSpPr>
          <p:spPr>
            <a:xfrm rot="-8100000">
              <a:off x="2541983" y="488976"/>
              <a:ext cx="33474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8" name="Google Shape;518;p43"/>
            <p:cNvCxnSpPr/>
            <p:nvPr/>
          </p:nvCxnSpPr>
          <p:spPr>
            <a:xfrm rot="-3599254">
              <a:off x="2542202" y="489002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9" name="Google Shape;519;p43"/>
            <p:cNvCxnSpPr/>
            <p:nvPr/>
          </p:nvCxnSpPr>
          <p:spPr>
            <a:xfrm rot="-8999254">
              <a:off x="2542069" y="488985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0" name="Google Shape;520;p43"/>
            <p:cNvCxnSpPr/>
            <p:nvPr/>
          </p:nvCxnSpPr>
          <p:spPr>
            <a:xfrm rot="-4499551">
              <a:off x="2542129" y="488894"/>
              <a:ext cx="33482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1" name="Google Shape;521;p43"/>
            <p:cNvCxnSpPr/>
            <p:nvPr/>
          </p:nvCxnSpPr>
          <p:spPr>
            <a:xfrm rot="-9899551">
              <a:off x="2541918" y="488980"/>
              <a:ext cx="33482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22" name="Google Shape;522;p43"/>
          <p:cNvGrpSpPr/>
          <p:nvPr/>
        </p:nvGrpSpPr>
        <p:grpSpPr>
          <a:xfrm>
            <a:off x="4798822" y="4722859"/>
            <a:ext cx="505200" cy="363600"/>
            <a:chOff x="2055551" y="474366"/>
            <a:chExt cx="505200" cy="363600"/>
          </a:xfrm>
        </p:grpSpPr>
        <p:sp>
          <p:nvSpPr>
            <p:cNvPr id="523" name="Google Shape;523;p43"/>
            <p:cNvSpPr/>
            <p:nvPr/>
          </p:nvSpPr>
          <p:spPr>
            <a:xfrm rot="1800443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43"/>
            <p:cNvSpPr/>
            <p:nvPr/>
          </p:nvSpPr>
          <p:spPr>
            <a:xfrm rot="-1800443" flipH="1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5" name="Google Shape;525;p43"/>
          <p:cNvGrpSpPr/>
          <p:nvPr/>
        </p:nvGrpSpPr>
        <p:grpSpPr>
          <a:xfrm>
            <a:off x="7754625" y="4428859"/>
            <a:ext cx="220200" cy="294000"/>
            <a:chOff x="4635450" y="437025"/>
            <a:chExt cx="220200" cy="294000"/>
          </a:xfrm>
        </p:grpSpPr>
        <p:cxnSp>
          <p:nvCxnSpPr>
            <p:cNvPr id="526" name="Google Shape;526;p43"/>
            <p:cNvCxnSpPr/>
            <p:nvPr/>
          </p:nvCxnSpPr>
          <p:spPr>
            <a:xfrm flipH="1">
              <a:off x="4635450" y="437025"/>
              <a:ext cx="144000" cy="294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7" name="Google Shape;527;p43"/>
            <p:cNvCxnSpPr/>
            <p:nvPr/>
          </p:nvCxnSpPr>
          <p:spPr>
            <a:xfrm flipH="1">
              <a:off x="4711650" y="437025"/>
              <a:ext cx="144000" cy="294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" name="AutoShape 2" descr="Materials For Paper And Pulp Making | Wood, Straw, Cotton, Waste Pap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6" descr="Materials For Paper And Pulp Making | Wood, Straw, Cotton, Waste Paper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37287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1681;p73"/>
          <p:cNvSpPr txBox="1">
            <a:spLocks noGrp="1"/>
          </p:cNvSpPr>
          <p:nvPr>
            <p:ph type="title"/>
          </p:nvPr>
        </p:nvSpPr>
        <p:spPr>
          <a:xfrm>
            <a:off x="1899900" y="728348"/>
            <a:ext cx="5344200" cy="12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" name="Google Shape;1682;p73"/>
          <p:cNvSpPr txBox="1">
            <a:spLocks noGrp="1"/>
          </p:cNvSpPr>
          <p:nvPr>
            <p:ph type="subTitle" idx="3"/>
          </p:nvPr>
        </p:nvSpPr>
        <p:spPr>
          <a:xfrm>
            <a:off x="2066550" y="1984058"/>
            <a:ext cx="5010900" cy="98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Dela Gothic One"/>
                <a:ea typeface="Dela Gothic One"/>
                <a:cs typeface="Dela Gothic One"/>
                <a:sym typeface="Dela Gothic One"/>
              </a:rPr>
              <a:t>DO YOU HAVE ANY QUESTIONS</a:t>
            </a:r>
            <a:r>
              <a:rPr lang="en" sz="1800" dirty="0" smtClean="0">
                <a:latin typeface="Dela Gothic One"/>
                <a:ea typeface="Dela Gothic One"/>
                <a:cs typeface="Dela Gothic One"/>
                <a:sym typeface="Dela Gothic One"/>
              </a:rPr>
              <a:t>?</a:t>
            </a:r>
            <a:endParaRPr sz="1800" dirty="0"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grpSp>
        <p:nvGrpSpPr>
          <p:cNvPr id="33" name="Google Shape;1684;p73"/>
          <p:cNvGrpSpPr/>
          <p:nvPr/>
        </p:nvGrpSpPr>
        <p:grpSpPr>
          <a:xfrm>
            <a:off x="7427525" y="3379775"/>
            <a:ext cx="334500" cy="334500"/>
            <a:chOff x="2542175" y="321800"/>
            <a:chExt cx="334500" cy="334500"/>
          </a:xfrm>
        </p:grpSpPr>
        <p:cxnSp>
          <p:nvCxnSpPr>
            <p:cNvPr id="34" name="Google Shape;1685;p73"/>
            <p:cNvCxnSpPr/>
            <p:nvPr/>
          </p:nvCxnSpPr>
          <p:spPr>
            <a:xfrm>
              <a:off x="2542175" y="489050"/>
              <a:ext cx="334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1686;p73"/>
            <p:cNvCxnSpPr/>
            <p:nvPr/>
          </p:nvCxnSpPr>
          <p:spPr>
            <a:xfrm rot="-5400000">
              <a:off x="2542175" y="489050"/>
              <a:ext cx="334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1687;p73"/>
            <p:cNvCxnSpPr/>
            <p:nvPr/>
          </p:nvCxnSpPr>
          <p:spPr>
            <a:xfrm rot="-901247">
              <a:off x="2542159" y="488987"/>
              <a:ext cx="33453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1688;p73"/>
            <p:cNvCxnSpPr/>
            <p:nvPr/>
          </p:nvCxnSpPr>
          <p:spPr>
            <a:xfrm rot="-6301247">
              <a:off x="2542097" y="489051"/>
              <a:ext cx="33453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" name="Google Shape;1689;p73"/>
            <p:cNvCxnSpPr/>
            <p:nvPr/>
          </p:nvCxnSpPr>
          <p:spPr>
            <a:xfrm rot="-1800746">
              <a:off x="2542145" y="488975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" name="Google Shape;1690;p73"/>
            <p:cNvCxnSpPr/>
            <p:nvPr/>
          </p:nvCxnSpPr>
          <p:spPr>
            <a:xfrm rot="-7200746">
              <a:off x="2542013" y="488993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" name="Google Shape;1691;p73"/>
            <p:cNvCxnSpPr/>
            <p:nvPr/>
          </p:nvCxnSpPr>
          <p:spPr>
            <a:xfrm rot="-2700000">
              <a:off x="2542156" y="488976"/>
              <a:ext cx="33474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" name="Google Shape;1692;p73"/>
            <p:cNvCxnSpPr/>
            <p:nvPr/>
          </p:nvCxnSpPr>
          <p:spPr>
            <a:xfrm rot="-8100000">
              <a:off x="2541983" y="488976"/>
              <a:ext cx="33474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" name="Google Shape;1693;p73"/>
            <p:cNvCxnSpPr/>
            <p:nvPr/>
          </p:nvCxnSpPr>
          <p:spPr>
            <a:xfrm rot="-3599254">
              <a:off x="2542202" y="489002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" name="Google Shape;1694;p73"/>
            <p:cNvCxnSpPr/>
            <p:nvPr/>
          </p:nvCxnSpPr>
          <p:spPr>
            <a:xfrm rot="-8999254">
              <a:off x="2542069" y="488985"/>
              <a:ext cx="33467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" name="Google Shape;1695;p73"/>
            <p:cNvCxnSpPr/>
            <p:nvPr/>
          </p:nvCxnSpPr>
          <p:spPr>
            <a:xfrm rot="-4499551">
              <a:off x="2542129" y="488894"/>
              <a:ext cx="33482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1696;p73"/>
            <p:cNvCxnSpPr/>
            <p:nvPr/>
          </p:nvCxnSpPr>
          <p:spPr>
            <a:xfrm rot="-9899551">
              <a:off x="2541918" y="488980"/>
              <a:ext cx="33482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6" name="Google Shape;1697;p73"/>
          <p:cNvGrpSpPr/>
          <p:nvPr/>
        </p:nvGrpSpPr>
        <p:grpSpPr>
          <a:xfrm>
            <a:off x="7383626" y="465366"/>
            <a:ext cx="505200" cy="363600"/>
            <a:chOff x="2055551" y="474366"/>
            <a:chExt cx="505200" cy="363600"/>
          </a:xfrm>
        </p:grpSpPr>
        <p:sp>
          <p:nvSpPr>
            <p:cNvPr id="47" name="Google Shape;1698;p73"/>
            <p:cNvSpPr/>
            <p:nvPr/>
          </p:nvSpPr>
          <p:spPr>
            <a:xfrm rot="1800443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699;p73"/>
            <p:cNvSpPr/>
            <p:nvPr/>
          </p:nvSpPr>
          <p:spPr>
            <a:xfrm rot="-1800443" flipH="1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" name="Google Shape;1700;p73"/>
          <p:cNvGrpSpPr/>
          <p:nvPr/>
        </p:nvGrpSpPr>
        <p:grpSpPr>
          <a:xfrm>
            <a:off x="1313276" y="3365229"/>
            <a:ext cx="505200" cy="363600"/>
            <a:chOff x="2055551" y="474366"/>
            <a:chExt cx="505200" cy="363600"/>
          </a:xfrm>
        </p:grpSpPr>
        <p:sp>
          <p:nvSpPr>
            <p:cNvPr id="50" name="Google Shape;1701;p73"/>
            <p:cNvSpPr/>
            <p:nvPr/>
          </p:nvSpPr>
          <p:spPr>
            <a:xfrm rot="1800443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702;p73"/>
            <p:cNvSpPr/>
            <p:nvPr/>
          </p:nvSpPr>
          <p:spPr>
            <a:xfrm rot="-1800443" flipH="1">
              <a:off x="2052308" y="594006"/>
              <a:ext cx="511686" cy="124321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" name="Google Shape;1715;p73"/>
          <p:cNvGrpSpPr/>
          <p:nvPr/>
        </p:nvGrpSpPr>
        <p:grpSpPr>
          <a:xfrm>
            <a:off x="1449517" y="676388"/>
            <a:ext cx="511800" cy="236476"/>
            <a:chOff x="1292417" y="874975"/>
            <a:chExt cx="511800" cy="236476"/>
          </a:xfrm>
        </p:grpSpPr>
        <p:sp>
          <p:nvSpPr>
            <p:cNvPr id="53" name="Google Shape;1716;p73"/>
            <p:cNvSpPr/>
            <p:nvPr/>
          </p:nvSpPr>
          <p:spPr>
            <a:xfrm>
              <a:off x="1292417" y="874975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717;p73"/>
            <p:cNvSpPr/>
            <p:nvPr/>
          </p:nvSpPr>
          <p:spPr>
            <a:xfrm>
              <a:off x="1292417" y="929551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718;p73"/>
            <p:cNvSpPr/>
            <p:nvPr/>
          </p:nvSpPr>
          <p:spPr>
            <a:xfrm>
              <a:off x="1292417" y="986952"/>
              <a:ext cx="511800" cy="124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" name="Google Shape;1719;p73"/>
          <p:cNvSpPr/>
          <p:nvPr/>
        </p:nvSpPr>
        <p:spPr>
          <a:xfrm>
            <a:off x="2562337" y="1532923"/>
            <a:ext cx="4026081" cy="40357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Dela Gothic One"/>
              </a:rPr>
              <a:t>VERY MUCH!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34954" y="3167411"/>
            <a:ext cx="4198386" cy="187827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dirty="0" smtClean="0"/>
              <a:t>PREPARED BY</a:t>
            </a:r>
          </a:p>
          <a:p>
            <a:pPr algn="ctr">
              <a:lnSpc>
                <a:spcPct val="120000"/>
              </a:lnSpc>
            </a:pPr>
            <a:r>
              <a:rPr lang="en-US" dirty="0" smtClean="0"/>
              <a:t>BUDDHA ALE</a:t>
            </a:r>
          </a:p>
          <a:p>
            <a:pPr algn="ctr">
              <a:lnSpc>
                <a:spcPct val="120000"/>
              </a:lnSpc>
            </a:pPr>
            <a:r>
              <a:rPr lang="en-US" dirty="0" smtClean="0"/>
              <a:t>SUMAN THAPA</a:t>
            </a:r>
          </a:p>
          <a:p>
            <a:pPr algn="ctr">
              <a:lnSpc>
                <a:spcPct val="120000"/>
              </a:lnSpc>
            </a:pPr>
            <a:r>
              <a:rPr lang="en-US" dirty="0" smtClean="0"/>
              <a:t>KRITAGYA THAPA</a:t>
            </a:r>
          </a:p>
          <a:p>
            <a:pPr algn="ctr">
              <a:lnSpc>
                <a:spcPct val="120000"/>
              </a:lnSpc>
            </a:pPr>
            <a:r>
              <a:rPr lang="en-US" dirty="0" smtClean="0"/>
              <a:t>UJJWAL KHAKDA</a:t>
            </a:r>
          </a:p>
          <a:p>
            <a:pPr algn="ctr">
              <a:lnSpc>
                <a:spcPct val="120000"/>
              </a:lnSpc>
            </a:pPr>
            <a:r>
              <a:rPr lang="en-US" dirty="0" smtClean="0"/>
              <a:t>RIJAN RAI</a:t>
            </a:r>
          </a:p>
          <a:p>
            <a:pPr algn="ctr">
              <a:lnSpc>
                <a:spcPct val="12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090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ocus Group Research for Marketing by Slidesgo">
  <a:themeElements>
    <a:clrScheme name="Simple Light">
      <a:dk1>
        <a:srgbClr val="050504"/>
      </a:dk1>
      <a:lt1>
        <a:srgbClr val="FFFFFF"/>
      </a:lt1>
      <a:dk2>
        <a:srgbClr val="FFD384"/>
      </a:dk2>
      <a:lt2>
        <a:srgbClr val="FFEDCD"/>
      </a:lt2>
      <a:accent1>
        <a:srgbClr val="FFEDA1"/>
      </a:accent1>
      <a:accent2>
        <a:srgbClr val="B388FF"/>
      </a:accent2>
      <a:accent3>
        <a:srgbClr val="FF9FE0"/>
      </a:accent3>
      <a:accent4>
        <a:srgbClr val="FF77B0"/>
      </a:accent4>
      <a:accent5>
        <a:srgbClr val="FFFFFF"/>
      </a:accent5>
      <a:accent6>
        <a:srgbClr val="FFFFFF"/>
      </a:accent6>
      <a:hlink>
        <a:srgbClr val="05050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305</Words>
  <Application>Microsoft Office PowerPoint</Application>
  <PresentationFormat>On-screen Show (16:9)</PresentationFormat>
  <Paragraphs>70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Dela Gothic One</vt:lpstr>
      <vt:lpstr>Arial</vt:lpstr>
      <vt:lpstr>Open Sans</vt:lpstr>
      <vt:lpstr>Focus Group Research for Marketing by Slidesgo</vt:lpstr>
      <vt:lpstr>PAPER AND PULP</vt:lpstr>
      <vt:lpstr>TABLE OF CONTENTS</vt:lpstr>
      <vt:lpstr>Introduction</vt:lpstr>
      <vt:lpstr>Paper and Pulp</vt:lpstr>
      <vt:lpstr>Sources of Raw materials</vt:lpstr>
      <vt:lpstr>Sources of Raw materials</vt:lpstr>
      <vt:lpstr>Raw materials</vt:lpstr>
      <vt:lpstr>Raw materials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AND PULP</dc:title>
  <cp:lastModifiedBy>dell</cp:lastModifiedBy>
  <cp:revision>12</cp:revision>
  <dcterms:modified xsi:type="dcterms:W3CDTF">2022-03-19T02:52:20Z</dcterms:modified>
</cp:coreProperties>
</file>